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3"/>
  </p:sldMasterIdLst>
  <p:sldIdLst>
    <p:sldId id="256" r:id="rId4"/>
    <p:sldId id="257" r:id="rId5"/>
    <p:sldId id="259" r:id="rId6"/>
    <p:sldId id="258" r:id="rId7"/>
    <p:sldId id="265" r:id="rId8"/>
    <p:sldId id="270" r:id="rId9"/>
    <p:sldId id="266" r:id="rId10"/>
    <p:sldId id="260" r:id="rId11"/>
    <p:sldId id="261" r:id="rId12"/>
    <p:sldId id="267" r:id="rId13"/>
    <p:sldId id="268" r:id="rId14"/>
    <p:sldId id="269" r:id="rId15"/>
    <p:sldId id="262" r:id="rId16"/>
    <p:sldId id="263" r:id="rId17"/>
    <p:sldId id="264" r:id="rId18"/>
    <p:sldId id="27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F3E2"/>
    <a:srgbClr val="E5F2E7"/>
    <a:srgbClr val="3A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EFFD37-4E02-A14A-B843-A877110E7691}" v="374" dt="2023-12-21T03:51:18.0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customXml" Target="../customXml/item3.xml"/><Relationship Id="rId3" Type="http://schemas.openxmlformats.org/officeDocument/2006/relationships/slideMaster" Target="slideMasters/slideMaster1.xml"/><Relationship Id="rId21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microsoft.com/office/2016/11/relationships/changesInfo" Target="changesInfos/changesInfo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eva PEREZ" userId="S::maeperez@hkbu.edu.hk::1e0babfd-3e56-4d38-8700-086b3fe90ced" providerId="AD" clId="Web-{36A72B45-A98C-4531-A306-761EFB581B28}"/>
    <pc:docChg chg="modSld">
      <pc:chgData name="Maeva PEREZ" userId="S::maeperez@hkbu.edu.hk::1e0babfd-3e56-4d38-8700-086b3fe90ced" providerId="AD" clId="Web-{36A72B45-A98C-4531-A306-761EFB581B28}" dt="2023-12-13T07:32:24.229" v="6"/>
      <pc:docMkLst>
        <pc:docMk/>
      </pc:docMkLst>
      <pc:sldChg chg="addSp modSp">
        <pc:chgData name="Maeva PEREZ" userId="S::maeperez@hkbu.edu.hk::1e0babfd-3e56-4d38-8700-086b3fe90ced" providerId="AD" clId="Web-{36A72B45-A98C-4531-A306-761EFB581B28}" dt="2023-12-13T07:32:24.229" v="6"/>
        <pc:sldMkLst>
          <pc:docMk/>
          <pc:sldMk cId="816241689" sldId="270"/>
        </pc:sldMkLst>
        <pc:picChg chg="add mod modCrop">
          <ac:chgData name="Maeva PEREZ" userId="S::maeperez@hkbu.edu.hk::1e0babfd-3e56-4d38-8700-086b3fe90ced" providerId="AD" clId="Web-{36A72B45-A98C-4531-A306-761EFB581B28}" dt="2023-12-13T07:32:24.229" v="6"/>
          <ac:picMkLst>
            <pc:docMk/>
            <pc:sldMk cId="816241689" sldId="270"/>
            <ac:picMk id="3" creationId="{A9A0CA29-0403-DDF4-DF0D-085A35B42DE5}"/>
          </ac:picMkLst>
        </pc:picChg>
        <pc:picChg chg="add mod modCrop">
          <ac:chgData name="Maeva PEREZ" userId="S::maeperez@hkbu.edu.hk::1e0babfd-3e56-4d38-8700-086b3fe90ced" providerId="AD" clId="Web-{36A72B45-A98C-4531-A306-761EFB581B28}" dt="2023-12-13T07:32:16.885" v="4" actId="1076"/>
          <ac:picMkLst>
            <pc:docMk/>
            <pc:sldMk cId="816241689" sldId="270"/>
            <ac:picMk id="5" creationId="{6629AEF0-A81D-613E-0818-D36BC3C8D190}"/>
          </ac:picMkLst>
        </pc:picChg>
      </pc:sldChg>
    </pc:docChg>
  </pc:docChgLst>
  <pc:docChgLst>
    <pc:chgData name="Maeva PEREZ" userId="1e0babfd-3e56-4d38-8700-086b3fe90ced" providerId="ADAL" clId="{9DEFFD37-4E02-A14A-B843-A877110E7691}"/>
    <pc:docChg chg="undo custSel addSld modSld sldOrd">
      <pc:chgData name="Maeva PEREZ" userId="1e0babfd-3e56-4d38-8700-086b3fe90ced" providerId="ADAL" clId="{9DEFFD37-4E02-A14A-B843-A877110E7691}" dt="2023-12-21T03:51:18.026" v="556" actId="1076"/>
      <pc:docMkLst>
        <pc:docMk/>
      </pc:docMkLst>
      <pc:sldChg chg="addSp modSp mod modAnim">
        <pc:chgData name="Maeva PEREZ" userId="1e0babfd-3e56-4d38-8700-086b3fe90ced" providerId="ADAL" clId="{9DEFFD37-4E02-A14A-B843-A877110E7691}" dt="2023-12-13T07:13:32.136" v="121"/>
        <pc:sldMkLst>
          <pc:docMk/>
          <pc:sldMk cId="2638566698" sldId="257"/>
        </pc:sldMkLst>
        <pc:spChg chg="add mod">
          <ac:chgData name="Maeva PEREZ" userId="1e0babfd-3e56-4d38-8700-086b3fe90ced" providerId="ADAL" clId="{9DEFFD37-4E02-A14A-B843-A877110E7691}" dt="2023-12-13T07:12:44.024" v="97" actId="1076"/>
          <ac:spMkLst>
            <pc:docMk/>
            <pc:sldMk cId="2638566698" sldId="257"/>
            <ac:spMk id="3" creationId="{A9504DA2-5FFD-DE96-23BB-AA6E2C259083}"/>
          </ac:spMkLst>
        </pc:spChg>
        <pc:spChg chg="add mod">
          <ac:chgData name="Maeva PEREZ" userId="1e0babfd-3e56-4d38-8700-086b3fe90ced" providerId="ADAL" clId="{9DEFFD37-4E02-A14A-B843-A877110E7691}" dt="2023-12-13T07:12:59.671" v="117" actId="1076"/>
          <ac:spMkLst>
            <pc:docMk/>
            <pc:sldMk cId="2638566698" sldId="257"/>
            <ac:spMk id="4" creationId="{4D0AA495-3762-5D9F-A34F-9C92594B6985}"/>
          </ac:spMkLst>
        </pc:spChg>
        <pc:spChg chg="add mod">
          <ac:chgData name="Maeva PEREZ" userId="1e0babfd-3e56-4d38-8700-086b3fe90ced" providerId="ADAL" clId="{9DEFFD37-4E02-A14A-B843-A877110E7691}" dt="2023-12-13T07:13:24.146" v="120" actId="2085"/>
          <ac:spMkLst>
            <pc:docMk/>
            <pc:sldMk cId="2638566698" sldId="257"/>
            <ac:spMk id="5" creationId="{A575251D-E828-B353-D00F-729F423F17F4}"/>
          </ac:spMkLst>
        </pc:spChg>
        <pc:spChg chg="mod">
          <ac:chgData name="Maeva PEREZ" userId="1e0babfd-3e56-4d38-8700-086b3fe90ced" providerId="ADAL" clId="{9DEFFD37-4E02-A14A-B843-A877110E7691}" dt="2023-12-13T07:12:40.736" v="96" actId="1076"/>
          <ac:spMkLst>
            <pc:docMk/>
            <pc:sldMk cId="2638566698" sldId="257"/>
            <ac:spMk id="15" creationId="{15701281-C870-62A9-992B-1B39C2E8D7B4}"/>
          </ac:spMkLst>
        </pc:spChg>
        <pc:picChg chg="add mod">
          <ac:chgData name="Maeva PEREZ" userId="1e0babfd-3e56-4d38-8700-086b3fe90ced" providerId="ADAL" clId="{9DEFFD37-4E02-A14A-B843-A877110E7691}" dt="2023-12-13T03:29:44.039" v="81" actId="1076"/>
          <ac:picMkLst>
            <pc:docMk/>
            <pc:sldMk cId="2638566698" sldId="257"/>
            <ac:picMk id="1026" creationId="{1A93A4D0-6905-1A54-3088-23008F1417B2}"/>
          </ac:picMkLst>
        </pc:picChg>
        <pc:picChg chg="add mod">
          <ac:chgData name="Maeva PEREZ" userId="1e0babfd-3e56-4d38-8700-086b3fe90ced" providerId="ADAL" clId="{9DEFFD37-4E02-A14A-B843-A877110E7691}" dt="2023-12-13T03:29:42.439" v="80" actId="1076"/>
          <ac:picMkLst>
            <pc:docMk/>
            <pc:sldMk cId="2638566698" sldId="257"/>
            <ac:picMk id="1028" creationId="{88278BF4-2568-3077-17A8-0C3DE3E6040C}"/>
          </ac:picMkLst>
        </pc:picChg>
      </pc:sldChg>
      <pc:sldChg chg="modSp mod">
        <pc:chgData name="Maeva PEREZ" userId="1e0babfd-3e56-4d38-8700-086b3fe90ced" providerId="ADAL" clId="{9DEFFD37-4E02-A14A-B843-A877110E7691}" dt="2023-12-13T03:05:36.940" v="33" actId="113"/>
        <pc:sldMkLst>
          <pc:docMk/>
          <pc:sldMk cId="931476268" sldId="259"/>
        </pc:sldMkLst>
        <pc:spChg chg="mod">
          <ac:chgData name="Maeva PEREZ" userId="1e0babfd-3e56-4d38-8700-086b3fe90ced" providerId="ADAL" clId="{9DEFFD37-4E02-A14A-B843-A877110E7691}" dt="2023-12-13T03:05:36.940" v="33" actId="113"/>
          <ac:spMkLst>
            <pc:docMk/>
            <pc:sldMk cId="931476268" sldId="259"/>
            <ac:spMk id="3" creationId="{37BFAF12-7847-D123-2280-9DF2BD24557F}"/>
          </ac:spMkLst>
        </pc:spChg>
      </pc:sldChg>
      <pc:sldChg chg="addSp delSp modSp mod">
        <pc:chgData name="Maeva PEREZ" userId="1e0babfd-3e56-4d38-8700-086b3fe90ced" providerId="ADAL" clId="{9DEFFD37-4E02-A14A-B843-A877110E7691}" dt="2023-12-13T03:08:28.767" v="35" actId="21"/>
        <pc:sldMkLst>
          <pc:docMk/>
          <pc:sldMk cId="2216568118" sldId="265"/>
        </pc:sldMkLst>
        <pc:picChg chg="add del mod">
          <ac:chgData name="Maeva PEREZ" userId="1e0babfd-3e56-4d38-8700-086b3fe90ced" providerId="ADAL" clId="{9DEFFD37-4E02-A14A-B843-A877110E7691}" dt="2023-12-13T03:08:28.767" v="35" actId="21"/>
          <ac:picMkLst>
            <pc:docMk/>
            <pc:sldMk cId="2216568118" sldId="265"/>
            <ac:picMk id="3" creationId="{AD3BF4F9-B796-C3EB-11E7-1B53CCE8B6CD}"/>
          </ac:picMkLst>
        </pc:picChg>
      </pc:sldChg>
      <pc:sldChg chg="addSp delSp modSp new mod ord">
        <pc:chgData name="Maeva PEREZ" userId="1e0babfd-3e56-4d38-8700-086b3fe90ced" providerId="ADAL" clId="{9DEFFD37-4E02-A14A-B843-A877110E7691}" dt="2023-12-13T07:59:06.561" v="481" actId="20578"/>
        <pc:sldMkLst>
          <pc:docMk/>
          <pc:sldMk cId="816241689" sldId="270"/>
        </pc:sldMkLst>
        <pc:spChg chg="mod">
          <ac:chgData name="Maeva PEREZ" userId="1e0babfd-3e56-4d38-8700-086b3fe90ced" providerId="ADAL" clId="{9DEFFD37-4E02-A14A-B843-A877110E7691}" dt="2023-12-13T07:47:57.304" v="258" actId="404"/>
          <ac:spMkLst>
            <pc:docMk/>
            <pc:sldMk cId="816241689" sldId="270"/>
            <ac:spMk id="2" creationId="{046826C9-BC52-A887-A6A6-DAA01E29D91F}"/>
          </ac:spMkLst>
        </pc:spChg>
        <pc:spChg chg="del">
          <ac:chgData name="Maeva PEREZ" userId="1e0babfd-3e56-4d38-8700-086b3fe90ced" providerId="ADAL" clId="{9DEFFD37-4E02-A14A-B843-A877110E7691}" dt="2023-12-13T03:08:45.649" v="61"/>
          <ac:spMkLst>
            <pc:docMk/>
            <pc:sldMk cId="816241689" sldId="270"/>
            <ac:spMk id="3" creationId="{863B071B-44EF-9FD7-C16C-A9FFB27D748D}"/>
          </ac:spMkLst>
        </pc:spChg>
        <pc:spChg chg="add mod">
          <ac:chgData name="Maeva PEREZ" userId="1e0babfd-3e56-4d38-8700-086b3fe90ced" providerId="ADAL" clId="{9DEFFD37-4E02-A14A-B843-A877110E7691}" dt="2023-12-13T07:50:38.846" v="325" actId="1076"/>
          <ac:spMkLst>
            <pc:docMk/>
            <pc:sldMk cId="816241689" sldId="270"/>
            <ac:spMk id="10" creationId="{56E1A8C2-4F0A-5365-3DDA-7E49603E3A61}"/>
          </ac:spMkLst>
        </pc:spChg>
        <pc:spChg chg="add mod">
          <ac:chgData name="Maeva PEREZ" userId="1e0babfd-3e56-4d38-8700-086b3fe90ced" providerId="ADAL" clId="{9DEFFD37-4E02-A14A-B843-A877110E7691}" dt="2023-12-13T07:55:27.823" v="411" actId="14100"/>
          <ac:spMkLst>
            <pc:docMk/>
            <pc:sldMk cId="816241689" sldId="270"/>
            <ac:spMk id="19" creationId="{5F61338A-134C-5278-6536-F39B827D2FD6}"/>
          </ac:spMkLst>
        </pc:spChg>
        <pc:spChg chg="add mod">
          <ac:chgData name="Maeva PEREZ" userId="1e0babfd-3e56-4d38-8700-086b3fe90ced" providerId="ADAL" clId="{9DEFFD37-4E02-A14A-B843-A877110E7691}" dt="2023-12-13T07:56:05.934" v="418" actId="1076"/>
          <ac:spMkLst>
            <pc:docMk/>
            <pc:sldMk cId="816241689" sldId="270"/>
            <ac:spMk id="20" creationId="{148C5E4B-AD2A-8BEF-97F4-82B2740702E2}"/>
          </ac:spMkLst>
        </pc:spChg>
        <pc:spChg chg="add mod">
          <ac:chgData name="Maeva PEREZ" userId="1e0babfd-3e56-4d38-8700-086b3fe90ced" providerId="ADAL" clId="{9DEFFD37-4E02-A14A-B843-A877110E7691}" dt="2023-12-13T07:58:46.191" v="480" actId="1035"/>
          <ac:spMkLst>
            <pc:docMk/>
            <pc:sldMk cId="816241689" sldId="270"/>
            <ac:spMk id="21" creationId="{AE9A8C66-68CB-2958-FCD1-F7D1B37488C1}"/>
          </ac:spMkLst>
        </pc:spChg>
        <pc:spChg chg="add mod">
          <ac:chgData name="Maeva PEREZ" userId="1e0babfd-3e56-4d38-8700-086b3fe90ced" providerId="ADAL" clId="{9DEFFD37-4E02-A14A-B843-A877110E7691}" dt="2023-12-13T07:51:12.558" v="340" actId="1076"/>
          <ac:spMkLst>
            <pc:docMk/>
            <pc:sldMk cId="816241689" sldId="270"/>
            <ac:spMk id="22" creationId="{C9509ED1-219A-1077-F900-AFA45A0EC7EB}"/>
          </ac:spMkLst>
        </pc:spChg>
        <pc:spChg chg="add mod">
          <ac:chgData name="Maeva PEREZ" userId="1e0babfd-3e56-4d38-8700-086b3fe90ced" providerId="ADAL" clId="{9DEFFD37-4E02-A14A-B843-A877110E7691}" dt="2023-12-13T07:55:43.453" v="414" actId="1076"/>
          <ac:spMkLst>
            <pc:docMk/>
            <pc:sldMk cId="816241689" sldId="270"/>
            <ac:spMk id="23" creationId="{396A4FC8-117C-9BF9-1F18-76A2B285D552}"/>
          </ac:spMkLst>
        </pc:spChg>
        <pc:spChg chg="add del mod">
          <ac:chgData name="Maeva PEREZ" userId="1e0babfd-3e56-4d38-8700-086b3fe90ced" providerId="ADAL" clId="{9DEFFD37-4E02-A14A-B843-A877110E7691}" dt="2023-12-13T07:51:07.038" v="338" actId="478"/>
          <ac:spMkLst>
            <pc:docMk/>
            <pc:sldMk cId="816241689" sldId="270"/>
            <ac:spMk id="24" creationId="{8B285643-4293-B31E-54FB-6A80BEF237DF}"/>
          </ac:spMkLst>
        </pc:spChg>
        <pc:spChg chg="add del mod">
          <ac:chgData name="Maeva PEREZ" userId="1e0babfd-3e56-4d38-8700-086b3fe90ced" providerId="ADAL" clId="{9DEFFD37-4E02-A14A-B843-A877110E7691}" dt="2023-12-13T07:51:03.705" v="335"/>
          <ac:spMkLst>
            <pc:docMk/>
            <pc:sldMk cId="816241689" sldId="270"/>
            <ac:spMk id="25" creationId="{C3F7592F-42DF-AB33-1075-5FC6946E3C8C}"/>
          </ac:spMkLst>
        </pc:spChg>
        <pc:spChg chg="add mod">
          <ac:chgData name="Maeva PEREZ" userId="1e0babfd-3e56-4d38-8700-086b3fe90ced" providerId="ADAL" clId="{9DEFFD37-4E02-A14A-B843-A877110E7691}" dt="2023-12-13T07:56:00.927" v="417" actId="1076"/>
          <ac:spMkLst>
            <pc:docMk/>
            <pc:sldMk cId="816241689" sldId="270"/>
            <ac:spMk id="26" creationId="{457E45EB-6C84-2414-28FC-1F2237006AA5}"/>
          </ac:spMkLst>
        </pc:spChg>
        <pc:spChg chg="add mod">
          <ac:chgData name="Maeva PEREZ" userId="1e0babfd-3e56-4d38-8700-086b3fe90ced" providerId="ADAL" clId="{9DEFFD37-4E02-A14A-B843-A877110E7691}" dt="2023-12-13T07:57:44.330" v="431" actId="20577"/>
          <ac:spMkLst>
            <pc:docMk/>
            <pc:sldMk cId="816241689" sldId="270"/>
            <ac:spMk id="27" creationId="{8901F2A7-CE46-AE01-B9B3-64CCB6C3EDD4}"/>
          </ac:spMkLst>
        </pc:spChg>
        <pc:spChg chg="add mod">
          <ac:chgData name="Maeva PEREZ" userId="1e0babfd-3e56-4d38-8700-086b3fe90ced" providerId="ADAL" clId="{9DEFFD37-4E02-A14A-B843-A877110E7691}" dt="2023-12-13T07:54:27.534" v="402" actId="1076"/>
          <ac:spMkLst>
            <pc:docMk/>
            <pc:sldMk cId="816241689" sldId="270"/>
            <ac:spMk id="30" creationId="{DAE471FC-A822-394D-92C2-EECC8D1C587D}"/>
          </ac:spMkLst>
        </pc:spChg>
        <pc:spChg chg="add mod">
          <ac:chgData name="Maeva PEREZ" userId="1e0babfd-3e56-4d38-8700-086b3fe90ced" providerId="ADAL" clId="{9DEFFD37-4E02-A14A-B843-A877110E7691}" dt="2023-12-13T07:58:36.407" v="473" actId="20577"/>
          <ac:spMkLst>
            <pc:docMk/>
            <pc:sldMk cId="816241689" sldId="270"/>
            <ac:spMk id="31" creationId="{CED60EAA-096B-9101-74C0-69255444D410}"/>
          </ac:spMkLst>
        </pc:spChg>
        <pc:picChg chg="mod modCrop">
          <ac:chgData name="Maeva PEREZ" userId="1e0babfd-3e56-4d38-8700-086b3fe90ced" providerId="ADAL" clId="{9DEFFD37-4E02-A14A-B843-A877110E7691}" dt="2023-12-13T07:56:05.934" v="418" actId="1076"/>
          <ac:picMkLst>
            <pc:docMk/>
            <pc:sldMk cId="816241689" sldId="270"/>
            <ac:picMk id="3" creationId="{A9A0CA29-0403-DDF4-DF0D-085A35B42DE5}"/>
          </ac:picMkLst>
        </pc:picChg>
        <pc:picChg chg="add mod">
          <ac:chgData name="Maeva PEREZ" userId="1e0babfd-3e56-4d38-8700-086b3fe90ced" providerId="ADAL" clId="{9DEFFD37-4E02-A14A-B843-A877110E7691}" dt="2023-12-13T07:55:34.080" v="413" actId="1076"/>
          <ac:picMkLst>
            <pc:docMk/>
            <pc:sldMk cId="816241689" sldId="270"/>
            <ac:picMk id="4" creationId="{7F1B23A7-31F9-C053-AF09-22FDCB475FB5}"/>
          </ac:picMkLst>
        </pc:picChg>
        <pc:picChg chg="mod modCrop">
          <ac:chgData name="Maeva PEREZ" userId="1e0babfd-3e56-4d38-8700-086b3fe90ced" providerId="ADAL" clId="{9DEFFD37-4E02-A14A-B843-A877110E7691}" dt="2023-12-13T07:56:05.934" v="418" actId="1076"/>
          <ac:picMkLst>
            <pc:docMk/>
            <pc:sldMk cId="816241689" sldId="270"/>
            <ac:picMk id="5" creationId="{6629AEF0-A81D-613E-0818-D36BC3C8D190}"/>
          </ac:picMkLst>
        </pc:picChg>
        <pc:picChg chg="add mod modCrop">
          <ac:chgData name="Maeva PEREZ" userId="1e0babfd-3e56-4d38-8700-086b3fe90ced" providerId="ADAL" clId="{9DEFFD37-4E02-A14A-B843-A877110E7691}" dt="2023-12-13T07:55:27.823" v="411" actId="14100"/>
          <ac:picMkLst>
            <pc:docMk/>
            <pc:sldMk cId="816241689" sldId="270"/>
            <ac:picMk id="6" creationId="{D7ADC741-A4CC-0A2A-86DA-D24EA7037C9A}"/>
          </ac:picMkLst>
        </pc:picChg>
        <pc:picChg chg="add mod modCrop">
          <ac:chgData name="Maeva PEREZ" userId="1e0babfd-3e56-4d38-8700-086b3fe90ced" providerId="ADAL" clId="{9DEFFD37-4E02-A14A-B843-A877110E7691}" dt="2023-12-13T07:56:05.934" v="418" actId="1076"/>
          <ac:picMkLst>
            <pc:docMk/>
            <pc:sldMk cId="816241689" sldId="270"/>
            <ac:picMk id="8" creationId="{A5126C93-4958-9640-FA4E-A3D087C87BA2}"/>
          </ac:picMkLst>
        </pc:picChg>
        <pc:picChg chg="add mod">
          <ac:chgData name="Maeva PEREZ" userId="1e0babfd-3e56-4d38-8700-086b3fe90ced" providerId="ADAL" clId="{9DEFFD37-4E02-A14A-B843-A877110E7691}" dt="2023-12-13T07:58:39.942" v="474" actId="1076"/>
          <ac:picMkLst>
            <pc:docMk/>
            <pc:sldMk cId="816241689" sldId="270"/>
            <ac:picMk id="12" creationId="{C17F2E4E-3C7E-A3BA-0854-41B17698B9C0}"/>
          </ac:picMkLst>
        </pc:picChg>
        <pc:picChg chg="add mod modCrop">
          <ac:chgData name="Maeva PEREZ" userId="1e0babfd-3e56-4d38-8700-086b3fe90ced" providerId="ADAL" clId="{9DEFFD37-4E02-A14A-B843-A877110E7691}" dt="2023-12-13T07:47:37.189" v="238" actId="1076"/>
          <ac:picMkLst>
            <pc:docMk/>
            <pc:sldMk cId="816241689" sldId="270"/>
            <ac:picMk id="14" creationId="{07533D0D-B43C-C2BC-21A8-3208AA1B5096}"/>
          </ac:picMkLst>
        </pc:picChg>
        <pc:picChg chg="add mod modCrop">
          <ac:chgData name="Maeva PEREZ" userId="1e0babfd-3e56-4d38-8700-086b3fe90ced" providerId="ADAL" clId="{9DEFFD37-4E02-A14A-B843-A877110E7691}" dt="2023-12-13T07:56:00.927" v="417" actId="1076"/>
          <ac:picMkLst>
            <pc:docMk/>
            <pc:sldMk cId="816241689" sldId="270"/>
            <ac:picMk id="16" creationId="{66A4278A-2EEE-70B7-D2CF-128556B8AD18}"/>
          </ac:picMkLst>
        </pc:picChg>
        <pc:picChg chg="add mod">
          <ac:chgData name="Maeva PEREZ" userId="1e0babfd-3e56-4d38-8700-086b3fe90ced" providerId="ADAL" clId="{9DEFFD37-4E02-A14A-B843-A877110E7691}" dt="2023-12-13T07:58:46.191" v="480" actId="1035"/>
          <ac:picMkLst>
            <pc:docMk/>
            <pc:sldMk cId="816241689" sldId="270"/>
            <ac:picMk id="18" creationId="{C5CBD4A2-C1E6-4067-26A7-1BB83094ACFD}"/>
          </ac:picMkLst>
        </pc:picChg>
        <pc:picChg chg="add mod">
          <ac:chgData name="Maeva PEREZ" userId="1e0babfd-3e56-4d38-8700-086b3fe90ced" providerId="ADAL" clId="{9DEFFD37-4E02-A14A-B843-A877110E7691}" dt="2023-12-13T07:54:08.609" v="392" actId="1076"/>
          <ac:picMkLst>
            <pc:docMk/>
            <pc:sldMk cId="816241689" sldId="270"/>
            <ac:picMk id="29" creationId="{93AFF946-DAA0-0052-1615-E7F540A3143E}"/>
          </ac:picMkLst>
        </pc:picChg>
      </pc:sldChg>
      <pc:sldChg chg="addSp delSp modSp new mod">
        <pc:chgData name="Maeva PEREZ" userId="1e0babfd-3e56-4d38-8700-086b3fe90ced" providerId="ADAL" clId="{9DEFFD37-4E02-A14A-B843-A877110E7691}" dt="2023-12-21T03:51:18.026" v="556" actId="1076"/>
        <pc:sldMkLst>
          <pc:docMk/>
          <pc:sldMk cId="3824268197" sldId="271"/>
        </pc:sldMkLst>
        <pc:spChg chg="del">
          <ac:chgData name="Maeva PEREZ" userId="1e0babfd-3e56-4d38-8700-086b3fe90ced" providerId="ADAL" clId="{9DEFFD37-4E02-A14A-B843-A877110E7691}" dt="2023-12-21T03:32:46.316" v="501" actId="478"/>
          <ac:spMkLst>
            <pc:docMk/>
            <pc:sldMk cId="3824268197" sldId="271"/>
            <ac:spMk id="2" creationId="{522A4754-9212-7696-2BB8-77356FFCBB27}"/>
          </ac:spMkLst>
        </pc:spChg>
        <pc:spChg chg="del">
          <ac:chgData name="Maeva PEREZ" userId="1e0babfd-3e56-4d38-8700-086b3fe90ced" providerId="ADAL" clId="{9DEFFD37-4E02-A14A-B843-A877110E7691}" dt="2023-12-21T03:31:44.913" v="483"/>
          <ac:spMkLst>
            <pc:docMk/>
            <pc:sldMk cId="3824268197" sldId="271"/>
            <ac:spMk id="3" creationId="{BA443347-E1F8-2D2F-8DDD-B7E6A6EE3DD9}"/>
          </ac:spMkLst>
        </pc:spChg>
        <pc:spChg chg="add mod">
          <ac:chgData name="Maeva PEREZ" userId="1e0babfd-3e56-4d38-8700-086b3fe90ced" providerId="ADAL" clId="{9DEFFD37-4E02-A14A-B843-A877110E7691}" dt="2023-12-21T03:32:44.507" v="500" actId="1076"/>
          <ac:spMkLst>
            <pc:docMk/>
            <pc:sldMk cId="3824268197" sldId="271"/>
            <ac:spMk id="6" creationId="{F392275C-D9D0-5787-05B6-BCB0E4DACAEA}"/>
          </ac:spMkLst>
        </pc:spChg>
        <pc:spChg chg="add mod">
          <ac:chgData name="Maeva PEREZ" userId="1e0babfd-3e56-4d38-8700-086b3fe90ced" providerId="ADAL" clId="{9DEFFD37-4E02-A14A-B843-A877110E7691}" dt="2023-12-21T03:50:17.589" v="531" actId="113"/>
          <ac:spMkLst>
            <pc:docMk/>
            <pc:sldMk cId="3824268197" sldId="271"/>
            <ac:spMk id="13" creationId="{2B9237EE-1B2D-6E7F-49D6-9136EC81AEA7}"/>
          </ac:spMkLst>
        </pc:spChg>
        <pc:spChg chg="add mod">
          <ac:chgData name="Maeva PEREZ" userId="1e0babfd-3e56-4d38-8700-086b3fe90ced" providerId="ADAL" clId="{9DEFFD37-4E02-A14A-B843-A877110E7691}" dt="2023-12-21T03:50:35.949" v="542" actId="113"/>
          <ac:spMkLst>
            <pc:docMk/>
            <pc:sldMk cId="3824268197" sldId="271"/>
            <ac:spMk id="14" creationId="{85387722-E56E-0277-E12E-9F261805786F}"/>
          </ac:spMkLst>
        </pc:spChg>
        <pc:spChg chg="add mod">
          <ac:chgData name="Maeva PEREZ" userId="1e0babfd-3e56-4d38-8700-086b3fe90ced" providerId="ADAL" clId="{9DEFFD37-4E02-A14A-B843-A877110E7691}" dt="2023-12-21T03:51:06.659" v="555" actId="1076"/>
          <ac:spMkLst>
            <pc:docMk/>
            <pc:sldMk cId="3824268197" sldId="271"/>
            <ac:spMk id="15" creationId="{CB0D3645-196E-DC60-0155-CDA214B62798}"/>
          </ac:spMkLst>
        </pc:spChg>
        <pc:picChg chg="add mod modCrop">
          <ac:chgData name="Maeva PEREZ" userId="1e0babfd-3e56-4d38-8700-086b3fe90ced" providerId="ADAL" clId="{9DEFFD37-4E02-A14A-B843-A877110E7691}" dt="2023-12-21T03:32:29.661" v="490" actId="732"/>
          <ac:picMkLst>
            <pc:docMk/>
            <pc:sldMk cId="3824268197" sldId="271"/>
            <ac:picMk id="5" creationId="{FC58F305-5943-FA0E-CDD3-C24621B92984}"/>
          </ac:picMkLst>
        </pc:picChg>
        <pc:picChg chg="add mod">
          <ac:chgData name="Maeva PEREZ" userId="1e0babfd-3e56-4d38-8700-086b3fe90ced" providerId="ADAL" clId="{9DEFFD37-4E02-A14A-B843-A877110E7691}" dt="2023-12-21T03:50:02.713" v="519" actId="1076"/>
          <ac:picMkLst>
            <pc:docMk/>
            <pc:sldMk cId="3824268197" sldId="271"/>
            <ac:picMk id="8" creationId="{372C0C01-0CD7-2E37-4D7C-9956A2006E92}"/>
          </ac:picMkLst>
        </pc:picChg>
        <pc:picChg chg="add mod">
          <ac:chgData name="Maeva PEREZ" userId="1e0babfd-3e56-4d38-8700-086b3fe90ced" providerId="ADAL" clId="{9DEFFD37-4E02-A14A-B843-A877110E7691}" dt="2023-12-21T03:51:18.026" v="556" actId="1076"/>
          <ac:picMkLst>
            <pc:docMk/>
            <pc:sldMk cId="3824268197" sldId="271"/>
            <ac:picMk id="10" creationId="{3DED0072-49F0-10E0-2365-01B8E8F87777}"/>
          </ac:picMkLst>
        </pc:picChg>
        <pc:picChg chg="add mod">
          <ac:chgData name="Maeva PEREZ" userId="1e0babfd-3e56-4d38-8700-086b3fe90ced" providerId="ADAL" clId="{9DEFFD37-4E02-A14A-B843-A877110E7691}" dt="2023-12-21T03:50:05.662" v="521" actId="1076"/>
          <ac:picMkLst>
            <pc:docMk/>
            <pc:sldMk cId="3824268197" sldId="271"/>
            <ac:picMk id="12" creationId="{C3460C1C-C9FE-AD43-6CFF-287B531C792B}"/>
          </ac:picMkLst>
        </pc:picChg>
        <pc:picChg chg="add del mod">
          <ac:chgData name="Maeva PEREZ" userId="1e0babfd-3e56-4d38-8700-086b3fe90ced" providerId="ADAL" clId="{9DEFFD37-4E02-A14A-B843-A877110E7691}" dt="2023-12-21T03:50:39.290" v="543" actId="478"/>
          <ac:picMkLst>
            <pc:docMk/>
            <pc:sldMk cId="3824268197" sldId="271"/>
            <ac:picMk id="1026" creationId="{475FF412-1D21-8DC5-68A5-6A0206D38B54}"/>
          </ac:picMkLst>
        </pc:picChg>
      </pc:sldChg>
    </pc:docChg>
  </pc:docChgLst>
  <pc:docChgLst>
    <pc:chgData name="Maeva PEREZ" userId="1e0babfd-3e56-4d38-8700-086b3fe90ced" providerId="ADAL" clId="{01E04513-1E7F-5B46-B361-FD36B34049B2}"/>
    <pc:docChg chg="undo custSel addSld modSld">
      <pc:chgData name="Maeva PEREZ" userId="1e0babfd-3e56-4d38-8700-086b3fe90ced" providerId="ADAL" clId="{01E04513-1E7F-5B46-B361-FD36B34049B2}" dt="2023-12-13T02:56:44.726" v="2648" actId="20577"/>
      <pc:docMkLst>
        <pc:docMk/>
      </pc:docMkLst>
      <pc:sldChg chg="addSp delSp modSp mod setBg addAnim delAnim setClrOvrMap chgLayout">
        <pc:chgData name="Maeva PEREZ" userId="1e0babfd-3e56-4d38-8700-086b3fe90ced" providerId="ADAL" clId="{01E04513-1E7F-5B46-B361-FD36B34049B2}" dt="2023-11-29T06:42:29.947" v="742" actId="14100"/>
        <pc:sldMkLst>
          <pc:docMk/>
          <pc:sldMk cId="2500557235" sldId="256"/>
        </pc:sldMkLst>
        <pc:spChg chg="add del mod ord">
          <ac:chgData name="Maeva PEREZ" userId="1e0babfd-3e56-4d38-8700-086b3fe90ced" providerId="ADAL" clId="{01E04513-1E7F-5B46-B361-FD36B34049B2}" dt="2023-11-29T06:40:15.667" v="719" actId="26606"/>
          <ac:spMkLst>
            <pc:docMk/>
            <pc:sldMk cId="2500557235" sldId="256"/>
            <ac:spMk id="2" creationId="{D3698E14-AFDA-FEE2-D0D2-43B2F06CD68D}"/>
          </ac:spMkLst>
        </pc:spChg>
        <pc:spChg chg="mod ord">
          <ac:chgData name="Maeva PEREZ" userId="1e0babfd-3e56-4d38-8700-086b3fe90ced" providerId="ADAL" clId="{01E04513-1E7F-5B46-B361-FD36B34049B2}" dt="2023-11-29T06:42:29.947" v="742" actId="14100"/>
          <ac:spMkLst>
            <pc:docMk/>
            <pc:sldMk cId="2500557235" sldId="256"/>
            <ac:spMk id="3" creationId="{C5D28172-395B-4073-73F8-F8128310A136}"/>
          </ac:spMkLst>
        </pc:spChg>
        <pc:spChg chg="add del">
          <ac:chgData name="Maeva PEREZ" userId="1e0babfd-3e56-4d38-8700-086b3fe90ced" providerId="ADAL" clId="{01E04513-1E7F-5B46-B361-FD36B34049B2}" dt="2023-11-29T06:37:53.089" v="693" actId="478"/>
          <ac:spMkLst>
            <pc:docMk/>
            <pc:sldMk cId="2500557235" sldId="256"/>
            <ac:spMk id="4" creationId="{98256089-8335-70D0-5A9F-1602F9A14F3B}"/>
          </ac:spMkLst>
        </pc:spChg>
        <pc:spChg chg="add">
          <ac:chgData name="Maeva PEREZ" userId="1e0babfd-3e56-4d38-8700-086b3fe90ced" providerId="ADAL" clId="{01E04513-1E7F-5B46-B361-FD36B34049B2}" dt="2023-11-29T06:40:15.667" v="719" actId="26606"/>
          <ac:spMkLst>
            <pc:docMk/>
            <pc:sldMk cId="2500557235" sldId="256"/>
            <ac:spMk id="7" creationId="{AF2F604E-43BE-4DC3-B983-E071523364F8}"/>
          </ac:spMkLst>
        </pc:spChg>
        <pc:spChg chg="add del mod">
          <ac:chgData name="Maeva PEREZ" userId="1e0babfd-3e56-4d38-8700-086b3fe90ced" providerId="ADAL" clId="{01E04513-1E7F-5B46-B361-FD36B34049B2}" dt="2023-11-29T06:39:51.969" v="715" actId="478"/>
          <ac:spMkLst>
            <pc:docMk/>
            <pc:sldMk cId="2500557235" sldId="256"/>
            <ac:spMk id="8" creationId="{049D9930-B4E1-00EC-2F0F-7F3760161136}"/>
          </ac:spMkLst>
        </pc:spChg>
        <pc:spChg chg="add">
          <ac:chgData name="Maeva PEREZ" userId="1e0babfd-3e56-4d38-8700-086b3fe90ced" providerId="ADAL" clId="{01E04513-1E7F-5B46-B361-FD36B34049B2}" dt="2023-11-29T06:40:15.667" v="719" actId="26606"/>
          <ac:spMkLst>
            <pc:docMk/>
            <pc:sldMk cId="2500557235" sldId="256"/>
            <ac:spMk id="9" creationId="{08C9B587-E65E-4B52-B37C-ABEBB6E87928}"/>
          </ac:spMkLst>
        </pc:spChg>
        <pc:spChg chg="add">
          <ac:chgData name="Maeva PEREZ" userId="1e0babfd-3e56-4d38-8700-086b3fe90ced" providerId="ADAL" clId="{01E04513-1E7F-5B46-B361-FD36B34049B2}" dt="2023-11-29T06:40:15.667" v="719" actId="26606"/>
          <ac:spMkLst>
            <pc:docMk/>
            <pc:sldMk cId="2500557235" sldId="256"/>
            <ac:spMk id="10" creationId="{55666830-9A19-4E01-8505-D6C7F9AC5665}"/>
          </ac:spMkLst>
        </pc:spChg>
        <pc:spChg chg="add del">
          <ac:chgData name="Maeva PEREZ" userId="1e0babfd-3e56-4d38-8700-086b3fe90ced" providerId="ADAL" clId="{01E04513-1E7F-5B46-B361-FD36B34049B2}" dt="2023-11-29T06:39:54.275" v="717" actId="26606"/>
          <ac:spMkLst>
            <pc:docMk/>
            <pc:sldMk cId="2500557235" sldId="256"/>
            <ac:spMk id="11" creationId="{71B2258F-86CA-4D4D-8270-BC05FCDEBFB3}"/>
          </ac:spMkLst>
        </pc:spChg>
        <pc:spChg chg="add">
          <ac:chgData name="Maeva PEREZ" userId="1e0babfd-3e56-4d38-8700-086b3fe90ced" providerId="ADAL" clId="{01E04513-1E7F-5B46-B361-FD36B34049B2}" dt="2023-11-29T06:40:15.667" v="719" actId="26606"/>
          <ac:spMkLst>
            <pc:docMk/>
            <pc:sldMk cId="2500557235" sldId="256"/>
            <ac:spMk id="12" creationId="{AE9FC877-7FB6-4D22-9988-35420644E202}"/>
          </ac:spMkLst>
        </pc:spChg>
        <pc:spChg chg="add mod">
          <ac:chgData name="Maeva PEREZ" userId="1e0babfd-3e56-4d38-8700-086b3fe90ced" providerId="ADAL" clId="{01E04513-1E7F-5B46-B361-FD36B34049B2}" dt="2023-11-29T06:42:16.443" v="739" actId="167"/>
          <ac:spMkLst>
            <pc:docMk/>
            <pc:sldMk cId="2500557235" sldId="256"/>
            <ac:spMk id="13" creationId="{9D1A0EC9-B4D2-8775-355E-A91B686D17F2}"/>
          </ac:spMkLst>
        </pc:spChg>
        <pc:spChg chg="add">
          <ac:chgData name="Maeva PEREZ" userId="1e0babfd-3e56-4d38-8700-086b3fe90ced" providerId="ADAL" clId="{01E04513-1E7F-5B46-B361-FD36B34049B2}" dt="2023-11-29T06:40:15.667" v="719" actId="26606"/>
          <ac:spMkLst>
            <pc:docMk/>
            <pc:sldMk cId="2500557235" sldId="256"/>
            <ac:spMk id="14" creationId="{E41809D1-F12E-46BB-B804-5F209D325E8B}"/>
          </ac:spMkLst>
        </pc:spChg>
        <pc:spChg chg="add mod">
          <ac:chgData name="Maeva PEREZ" userId="1e0babfd-3e56-4d38-8700-086b3fe90ced" providerId="ADAL" clId="{01E04513-1E7F-5B46-B361-FD36B34049B2}" dt="2023-11-29T06:40:49.447" v="730" actId="1076"/>
          <ac:spMkLst>
            <pc:docMk/>
            <pc:sldMk cId="2500557235" sldId="256"/>
            <ac:spMk id="15" creationId="{BEBA6A40-F1DD-9D01-B3D7-5AA00E3A70B6}"/>
          </ac:spMkLst>
        </pc:spChg>
        <pc:spChg chg="add del">
          <ac:chgData name="Maeva PEREZ" userId="1e0babfd-3e56-4d38-8700-086b3fe90ced" providerId="ADAL" clId="{01E04513-1E7F-5B46-B361-FD36B34049B2}" dt="2023-11-29T06:39:50.072" v="712" actId="26606"/>
          <ac:spMkLst>
            <pc:docMk/>
            <pc:sldMk cId="2500557235" sldId="256"/>
            <ac:spMk id="16" creationId="{C1DD1A8A-57D5-4A81-AD04-532B043C5611}"/>
          </ac:spMkLst>
        </pc:spChg>
        <pc:spChg chg="add del">
          <ac:chgData name="Maeva PEREZ" userId="1e0babfd-3e56-4d38-8700-086b3fe90ced" providerId="ADAL" clId="{01E04513-1E7F-5B46-B361-FD36B34049B2}" dt="2023-11-29T06:39:50.072" v="712" actId="26606"/>
          <ac:spMkLst>
            <pc:docMk/>
            <pc:sldMk cId="2500557235" sldId="256"/>
            <ac:spMk id="18" creationId="{007891EC-4501-44ED-A8C8-B11B6DB767AB}"/>
          </ac:spMkLst>
        </pc:spChg>
        <pc:picChg chg="add del mod ord modCrop">
          <ac:chgData name="Maeva PEREZ" userId="1e0babfd-3e56-4d38-8700-086b3fe90ced" providerId="ADAL" clId="{01E04513-1E7F-5B46-B361-FD36B34049B2}" dt="2023-11-29T06:42:02.749" v="736" actId="166"/>
          <ac:picMkLst>
            <pc:docMk/>
            <pc:sldMk cId="2500557235" sldId="256"/>
            <ac:picMk id="5" creationId="{3C6BC84A-55AA-4716-70B1-9280F1171571}"/>
          </ac:picMkLst>
        </pc:picChg>
        <pc:picChg chg="add del mod ord">
          <ac:chgData name="Maeva PEREZ" userId="1e0babfd-3e56-4d38-8700-086b3fe90ced" providerId="ADAL" clId="{01E04513-1E7F-5B46-B361-FD36B34049B2}" dt="2023-11-29T06:39:58.005" v="718" actId="478"/>
          <ac:picMkLst>
            <pc:docMk/>
            <pc:sldMk cId="2500557235" sldId="256"/>
            <ac:picMk id="6" creationId="{64BBA032-B625-27AF-1683-4703633924AB}"/>
          </ac:picMkLst>
        </pc:picChg>
      </pc:sldChg>
      <pc:sldChg chg="addSp delSp modSp mod chgLayout">
        <pc:chgData name="Maeva PEREZ" userId="1e0babfd-3e56-4d38-8700-086b3fe90ced" providerId="ADAL" clId="{01E04513-1E7F-5B46-B361-FD36B34049B2}" dt="2023-12-12T05:28:22.943" v="2203" actId="20577"/>
        <pc:sldMkLst>
          <pc:docMk/>
          <pc:sldMk cId="2638566698" sldId="257"/>
        </pc:sldMkLst>
        <pc:spChg chg="mod ord">
          <ac:chgData name="Maeva PEREZ" userId="1e0babfd-3e56-4d38-8700-086b3fe90ced" providerId="ADAL" clId="{01E04513-1E7F-5B46-B361-FD36B34049B2}" dt="2023-11-29T06:24:27.721" v="255" actId="20577"/>
          <ac:spMkLst>
            <pc:docMk/>
            <pc:sldMk cId="2638566698" sldId="257"/>
            <ac:spMk id="2" creationId="{CCA9F509-5024-1FBC-425A-14570FCDF6F0}"/>
          </ac:spMkLst>
        </pc:spChg>
        <pc:spChg chg="del">
          <ac:chgData name="Maeva PEREZ" userId="1e0babfd-3e56-4d38-8700-086b3fe90ced" providerId="ADAL" clId="{01E04513-1E7F-5B46-B361-FD36B34049B2}" dt="2023-11-29T06:16:57.247" v="0"/>
          <ac:spMkLst>
            <pc:docMk/>
            <pc:sldMk cId="2638566698" sldId="257"/>
            <ac:spMk id="3" creationId="{213C5177-5FC9-7379-7A08-47622F03557B}"/>
          </ac:spMkLst>
        </pc:spChg>
        <pc:spChg chg="add mod">
          <ac:chgData name="Maeva PEREZ" userId="1e0babfd-3e56-4d38-8700-086b3fe90ced" providerId="ADAL" clId="{01E04513-1E7F-5B46-B361-FD36B34049B2}" dt="2023-11-29T06:26:39.803" v="385" actId="1076"/>
          <ac:spMkLst>
            <pc:docMk/>
            <pc:sldMk cId="2638566698" sldId="257"/>
            <ac:spMk id="8" creationId="{E378DD91-335B-FB46-94C7-9E0CC6B8C35F}"/>
          </ac:spMkLst>
        </pc:spChg>
        <pc:spChg chg="add mod">
          <ac:chgData name="Maeva PEREZ" userId="1e0babfd-3e56-4d38-8700-086b3fe90ced" providerId="ADAL" clId="{01E04513-1E7F-5B46-B361-FD36B34049B2}" dt="2023-11-29T06:26:46.718" v="386" actId="1076"/>
          <ac:spMkLst>
            <pc:docMk/>
            <pc:sldMk cId="2638566698" sldId="257"/>
            <ac:spMk id="9" creationId="{257A92EC-E8C4-7E21-9B6A-C9EC8E9CF90F}"/>
          </ac:spMkLst>
        </pc:spChg>
        <pc:spChg chg="add mod">
          <ac:chgData name="Maeva PEREZ" userId="1e0babfd-3e56-4d38-8700-086b3fe90ced" providerId="ADAL" clId="{01E04513-1E7F-5B46-B361-FD36B34049B2}" dt="2023-11-29T06:26:39.803" v="385" actId="1076"/>
          <ac:spMkLst>
            <pc:docMk/>
            <pc:sldMk cId="2638566698" sldId="257"/>
            <ac:spMk id="12" creationId="{F5B9D46A-5EB9-A3FF-8BB9-7EECB076F204}"/>
          </ac:spMkLst>
        </pc:spChg>
        <pc:spChg chg="add mod">
          <ac:chgData name="Maeva PEREZ" userId="1e0babfd-3e56-4d38-8700-086b3fe90ced" providerId="ADAL" clId="{01E04513-1E7F-5B46-B361-FD36B34049B2}" dt="2023-11-29T06:26:46.718" v="386" actId="1076"/>
          <ac:spMkLst>
            <pc:docMk/>
            <pc:sldMk cId="2638566698" sldId="257"/>
            <ac:spMk id="13" creationId="{0CE09D6C-D035-DAAC-FB33-02349C5E770C}"/>
          </ac:spMkLst>
        </pc:spChg>
        <pc:spChg chg="add mod">
          <ac:chgData name="Maeva PEREZ" userId="1e0babfd-3e56-4d38-8700-086b3fe90ced" providerId="ADAL" clId="{01E04513-1E7F-5B46-B361-FD36B34049B2}" dt="2023-12-12T05:28:22.943" v="2203" actId="20577"/>
          <ac:spMkLst>
            <pc:docMk/>
            <pc:sldMk cId="2638566698" sldId="257"/>
            <ac:spMk id="15" creationId="{15701281-C870-62A9-992B-1B39C2E8D7B4}"/>
          </ac:spMkLst>
        </pc:spChg>
        <pc:picChg chg="add del mod ord">
          <ac:chgData name="Maeva PEREZ" userId="1e0babfd-3e56-4d38-8700-086b3fe90ced" providerId="ADAL" clId="{01E04513-1E7F-5B46-B361-FD36B34049B2}" dt="2023-11-29T06:22:49.330" v="118" actId="21"/>
          <ac:picMkLst>
            <pc:docMk/>
            <pc:sldMk cId="2638566698" sldId="257"/>
            <ac:picMk id="5" creationId="{7584C6CC-41B0-40C1-5345-48F70625E266}"/>
          </ac:picMkLst>
        </pc:picChg>
        <pc:picChg chg="add mod">
          <ac:chgData name="Maeva PEREZ" userId="1e0babfd-3e56-4d38-8700-086b3fe90ced" providerId="ADAL" clId="{01E04513-1E7F-5B46-B361-FD36B34049B2}" dt="2023-11-29T06:26:39.803" v="385" actId="1076"/>
          <ac:picMkLst>
            <pc:docMk/>
            <pc:sldMk cId="2638566698" sldId="257"/>
            <ac:picMk id="7" creationId="{3798426F-8ED8-D90B-5500-348147CC6C87}"/>
          </ac:picMkLst>
        </pc:picChg>
        <pc:picChg chg="add mod modCrop">
          <ac:chgData name="Maeva PEREZ" userId="1e0babfd-3e56-4d38-8700-086b3fe90ced" providerId="ADAL" clId="{01E04513-1E7F-5B46-B361-FD36B34049B2}" dt="2023-11-29T06:21:34.600" v="101" actId="732"/>
          <ac:picMkLst>
            <pc:docMk/>
            <pc:sldMk cId="2638566698" sldId="257"/>
            <ac:picMk id="10" creationId="{0C9F56D2-372D-88B1-8F89-99E447417106}"/>
          </ac:picMkLst>
        </pc:picChg>
        <pc:picChg chg="add mod modCrop">
          <ac:chgData name="Maeva PEREZ" userId="1e0babfd-3e56-4d38-8700-086b3fe90ced" providerId="ADAL" clId="{01E04513-1E7F-5B46-B361-FD36B34049B2}" dt="2023-11-29T06:26:10.424" v="380" actId="1035"/>
          <ac:picMkLst>
            <pc:docMk/>
            <pc:sldMk cId="2638566698" sldId="257"/>
            <ac:picMk id="11" creationId="{2356DFFD-D218-3954-2692-96539AFB1EF3}"/>
          </ac:picMkLst>
        </pc:picChg>
        <pc:picChg chg="add mod">
          <ac:chgData name="Maeva PEREZ" userId="1e0babfd-3e56-4d38-8700-086b3fe90ced" providerId="ADAL" clId="{01E04513-1E7F-5B46-B361-FD36B34049B2}" dt="2023-11-29T06:26:46.718" v="386" actId="1076"/>
          <ac:picMkLst>
            <pc:docMk/>
            <pc:sldMk cId="2638566698" sldId="257"/>
            <ac:picMk id="16" creationId="{70B9A61D-E84E-EB53-70D0-90E17861CD05}"/>
          </ac:picMkLst>
        </pc:picChg>
      </pc:sldChg>
      <pc:sldChg chg="addSp delSp modSp mod">
        <pc:chgData name="Maeva PEREZ" userId="1e0babfd-3e56-4d38-8700-086b3fe90ced" providerId="ADAL" clId="{01E04513-1E7F-5B46-B361-FD36B34049B2}" dt="2023-12-12T06:40:29.203" v="2624" actId="20577"/>
        <pc:sldMkLst>
          <pc:docMk/>
          <pc:sldMk cId="1137439437" sldId="258"/>
        </pc:sldMkLst>
        <pc:spChg chg="mod">
          <ac:chgData name="Maeva PEREZ" userId="1e0babfd-3e56-4d38-8700-086b3fe90ced" providerId="ADAL" clId="{01E04513-1E7F-5B46-B361-FD36B34049B2}" dt="2023-12-12T06:40:29.203" v="2624" actId="20577"/>
          <ac:spMkLst>
            <pc:docMk/>
            <pc:sldMk cId="1137439437" sldId="258"/>
            <ac:spMk id="2" creationId="{D3E0B9FF-7836-40AB-754F-62325624F922}"/>
          </ac:spMkLst>
        </pc:spChg>
        <pc:spChg chg="mod">
          <ac:chgData name="Maeva PEREZ" userId="1e0babfd-3e56-4d38-8700-086b3fe90ced" providerId="ADAL" clId="{01E04513-1E7F-5B46-B361-FD36B34049B2}" dt="2023-12-11T09:55:48.452" v="1124" actId="20577"/>
          <ac:spMkLst>
            <pc:docMk/>
            <pc:sldMk cId="1137439437" sldId="258"/>
            <ac:spMk id="3" creationId="{FB6F8F5A-1D5B-CDAF-2082-EC1F4C61DAB5}"/>
          </ac:spMkLst>
        </pc:spChg>
        <pc:spChg chg="add del mod">
          <ac:chgData name="Maeva PEREZ" userId="1e0babfd-3e56-4d38-8700-086b3fe90ced" providerId="ADAL" clId="{01E04513-1E7F-5B46-B361-FD36B34049B2}" dt="2023-12-11T09:56:48.040" v="1128"/>
          <ac:spMkLst>
            <pc:docMk/>
            <pc:sldMk cId="1137439437" sldId="258"/>
            <ac:spMk id="4" creationId="{5F137AAC-B16D-E3C9-AA74-0B92F7822B55}"/>
          </ac:spMkLst>
        </pc:spChg>
      </pc:sldChg>
      <pc:sldChg chg="modSp new mod">
        <pc:chgData name="Maeva PEREZ" userId="1e0babfd-3e56-4d38-8700-086b3fe90ced" providerId="ADAL" clId="{01E04513-1E7F-5B46-B361-FD36B34049B2}" dt="2023-12-12T05:27:51.834" v="2171" actId="27636"/>
        <pc:sldMkLst>
          <pc:docMk/>
          <pc:sldMk cId="931476268" sldId="259"/>
        </pc:sldMkLst>
        <pc:spChg chg="mod">
          <ac:chgData name="Maeva PEREZ" userId="1e0babfd-3e56-4d38-8700-086b3fe90ced" providerId="ADAL" clId="{01E04513-1E7F-5B46-B361-FD36B34049B2}" dt="2023-11-29T06:42:52.967" v="746" actId="20577"/>
          <ac:spMkLst>
            <pc:docMk/>
            <pc:sldMk cId="931476268" sldId="259"/>
            <ac:spMk id="2" creationId="{386A8AC8-7E03-4138-0BA5-531130762D70}"/>
          </ac:spMkLst>
        </pc:spChg>
        <pc:spChg chg="mod">
          <ac:chgData name="Maeva PEREZ" userId="1e0babfd-3e56-4d38-8700-086b3fe90ced" providerId="ADAL" clId="{01E04513-1E7F-5B46-B361-FD36B34049B2}" dt="2023-12-12T05:27:51.834" v="2171" actId="27636"/>
          <ac:spMkLst>
            <pc:docMk/>
            <pc:sldMk cId="931476268" sldId="259"/>
            <ac:spMk id="3" creationId="{37BFAF12-7847-D123-2280-9DF2BD24557F}"/>
          </ac:spMkLst>
        </pc:spChg>
      </pc:sldChg>
      <pc:sldChg chg="addSp delSp modSp new mod delAnim modAnim chgLayout">
        <pc:chgData name="Maeva PEREZ" userId="1e0babfd-3e56-4d38-8700-086b3fe90ced" providerId="ADAL" clId="{01E04513-1E7F-5B46-B361-FD36B34049B2}" dt="2023-12-13T02:56:12.091" v="2647"/>
        <pc:sldMkLst>
          <pc:docMk/>
          <pc:sldMk cId="2258721010" sldId="260"/>
        </pc:sldMkLst>
        <pc:spChg chg="mod ord">
          <ac:chgData name="Maeva PEREZ" userId="1e0babfd-3e56-4d38-8700-086b3fe90ced" providerId="ADAL" clId="{01E04513-1E7F-5B46-B361-FD36B34049B2}" dt="2023-12-12T05:30:34.819" v="2210" actId="700"/>
          <ac:spMkLst>
            <pc:docMk/>
            <pc:sldMk cId="2258721010" sldId="260"/>
            <ac:spMk id="2" creationId="{00F9F565-F245-6E0E-74ED-234D1A91E2FB}"/>
          </ac:spMkLst>
        </pc:spChg>
        <pc:spChg chg="del">
          <ac:chgData name="Maeva PEREZ" userId="1e0babfd-3e56-4d38-8700-086b3fe90ced" providerId="ADAL" clId="{01E04513-1E7F-5B46-B361-FD36B34049B2}" dt="2023-12-11T09:57:54.110" v="1185"/>
          <ac:spMkLst>
            <pc:docMk/>
            <pc:sldMk cId="2258721010" sldId="260"/>
            <ac:spMk id="3" creationId="{B76D84FB-B69B-1A70-FCCA-8806B1899B44}"/>
          </ac:spMkLst>
        </pc:spChg>
        <pc:spChg chg="add del mod">
          <ac:chgData name="Maeva PEREZ" userId="1e0babfd-3e56-4d38-8700-086b3fe90ced" providerId="ADAL" clId="{01E04513-1E7F-5B46-B361-FD36B34049B2}" dt="2023-12-12T05:30:07.267" v="2205" actId="21"/>
          <ac:spMkLst>
            <pc:docMk/>
            <pc:sldMk cId="2258721010" sldId="260"/>
            <ac:spMk id="4" creationId="{EE669FB8-6404-F5E4-16D5-5E19D32B0F15}"/>
          </ac:spMkLst>
        </pc:spChg>
        <pc:spChg chg="mod">
          <ac:chgData name="Maeva PEREZ" userId="1e0babfd-3e56-4d38-8700-086b3fe90ced" providerId="ADAL" clId="{01E04513-1E7F-5B46-B361-FD36B34049B2}" dt="2023-12-12T05:30:25.583" v="2208" actId="164"/>
          <ac:spMkLst>
            <pc:docMk/>
            <pc:sldMk cId="2258721010" sldId="260"/>
            <ac:spMk id="8" creationId="{8982CE60-7CDF-6B8A-649C-83CFE0372413}"/>
          </ac:spMkLst>
        </pc:spChg>
        <pc:spChg chg="mod">
          <ac:chgData name="Maeva PEREZ" userId="1e0babfd-3e56-4d38-8700-086b3fe90ced" providerId="ADAL" clId="{01E04513-1E7F-5B46-B361-FD36B34049B2}" dt="2023-12-12T05:30:25.583" v="2208" actId="164"/>
          <ac:spMkLst>
            <pc:docMk/>
            <pc:sldMk cId="2258721010" sldId="260"/>
            <ac:spMk id="10" creationId="{717724DF-23D4-3890-C6F4-904E28DB63B3}"/>
          </ac:spMkLst>
        </pc:spChg>
        <pc:spChg chg="mod">
          <ac:chgData name="Maeva PEREZ" userId="1e0babfd-3e56-4d38-8700-086b3fe90ced" providerId="ADAL" clId="{01E04513-1E7F-5B46-B361-FD36B34049B2}" dt="2023-12-12T05:30:25.583" v="2208" actId="164"/>
          <ac:spMkLst>
            <pc:docMk/>
            <pc:sldMk cId="2258721010" sldId="260"/>
            <ac:spMk id="12" creationId="{BED1B72B-BCAA-C0B4-B643-182A1ACBB077}"/>
          </ac:spMkLst>
        </pc:spChg>
        <pc:spChg chg="mod">
          <ac:chgData name="Maeva PEREZ" userId="1e0babfd-3e56-4d38-8700-086b3fe90ced" providerId="ADAL" clId="{01E04513-1E7F-5B46-B361-FD36B34049B2}" dt="2023-12-12T05:30:25.583" v="2208" actId="164"/>
          <ac:spMkLst>
            <pc:docMk/>
            <pc:sldMk cId="2258721010" sldId="260"/>
            <ac:spMk id="14" creationId="{7E0D068B-A0B2-DE9B-538F-DFE803F65678}"/>
          </ac:spMkLst>
        </pc:spChg>
        <pc:spChg chg="mod">
          <ac:chgData name="Maeva PEREZ" userId="1e0babfd-3e56-4d38-8700-086b3fe90ced" providerId="ADAL" clId="{01E04513-1E7F-5B46-B361-FD36B34049B2}" dt="2023-12-12T05:30:25.583" v="2208" actId="164"/>
          <ac:spMkLst>
            <pc:docMk/>
            <pc:sldMk cId="2258721010" sldId="260"/>
            <ac:spMk id="16" creationId="{F403BAED-CBD1-C922-317F-D4556CD7BB79}"/>
          </ac:spMkLst>
        </pc:spChg>
        <pc:spChg chg="mod">
          <ac:chgData name="Maeva PEREZ" userId="1e0babfd-3e56-4d38-8700-086b3fe90ced" providerId="ADAL" clId="{01E04513-1E7F-5B46-B361-FD36B34049B2}" dt="2023-12-12T05:30:25.583" v="2208" actId="164"/>
          <ac:spMkLst>
            <pc:docMk/>
            <pc:sldMk cId="2258721010" sldId="260"/>
            <ac:spMk id="18" creationId="{C75778BC-3E27-7B47-5A78-416AF09D1F5A}"/>
          </ac:spMkLst>
        </pc:spChg>
        <pc:spChg chg="mod">
          <ac:chgData name="Maeva PEREZ" userId="1e0babfd-3e56-4d38-8700-086b3fe90ced" providerId="ADAL" clId="{01E04513-1E7F-5B46-B361-FD36B34049B2}" dt="2023-12-12T05:30:20.258" v="2207" actId="27803"/>
          <ac:spMkLst>
            <pc:docMk/>
            <pc:sldMk cId="2258721010" sldId="260"/>
            <ac:spMk id="26" creationId="{7D17436A-47E1-DD04-F76B-B65077C6240B}"/>
          </ac:spMkLst>
        </pc:spChg>
        <pc:spChg chg="mod">
          <ac:chgData name="Maeva PEREZ" userId="1e0babfd-3e56-4d38-8700-086b3fe90ced" providerId="ADAL" clId="{01E04513-1E7F-5B46-B361-FD36B34049B2}" dt="2023-12-12T05:30:20.258" v="2207" actId="27803"/>
          <ac:spMkLst>
            <pc:docMk/>
            <pc:sldMk cId="2258721010" sldId="260"/>
            <ac:spMk id="27" creationId="{E2C05335-D5DB-443E-9DCF-021F2E376F9D}"/>
          </ac:spMkLst>
        </pc:spChg>
        <pc:spChg chg="mod">
          <ac:chgData name="Maeva PEREZ" userId="1e0babfd-3e56-4d38-8700-086b3fe90ced" providerId="ADAL" clId="{01E04513-1E7F-5B46-B361-FD36B34049B2}" dt="2023-12-12T05:30:20.258" v="2207" actId="27803"/>
          <ac:spMkLst>
            <pc:docMk/>
            <pc:sldMk cId="2258721010" sldId="260"/>
            <ac:spMk id="28" creationId="{8183E913-E23F-78A9-E26A-739F8C15FA04}"/>
          </ac:spMkLst>
        </pc:spChg>
        <pc:spChg chg="mod">
          <ac:chgData name="Maeva PEREZ" userId="1e0babfd-3e56-4d38-8700-086b3fe90ced" providerId="ADAL" clId="{01E04513-1E7F-5B46-B361-FD36B34049B2}" dt="2023-12-12T05:30:20.258" v="2207" actId="27803"/>
          <ac:spMkLst>
            <pc:docMk/>
            <pc:sldMk cId="2258721010" sldId="260"/>
            <ac:spMk id="30" creationId="{0699D066-1C1E-9E57-1E1E-EBA7681CCD77}"/>
          </ac:spMkLst>
        </pc:spChg>
        <pc:spChg chg="mod">
          <ac:chgData name="Maeva PEREZ" userId="1e0babfd-3e56-4d38-8700-086b3fe90ced" providerId="ADAL" clId="{01E04513-1E7F-5B46-B361-FD36B34049B2}" dt="2023-12-12T05:30:20.258" v="2207" actId="27803"/>
          <ac:spMkLst>
            <pc:docMk/>
            <pc:sldMk cId="2258721010" sldId="260"/>
            <ac:spMk id="31" creationId="{43FE88C5-55C5-A627-F9A3-A046146F12E0}"/>
          </ac:spMkLst>
        </pc:spChg>
        <pc:spChg chg="mod">
          <ac:chgData name="Maeva PEREZ" userId="1e0babfd-3e56-4d38-8700-086b3fe90ced" providerId="ADAL" clId="{01E04513-1E7F-5B46-B361-FD36B34049B2}" dt="2023-12-12T05:30:20.258" v="2207" actId="27803"/>
          <ac:spMkLst>
            <pc:docMk/>
            <pc:sldMk cId="2258721010" sldId="260"/>
            <ac:spMk id="32" creationId="{569AAAF1-2426-DC32-C683-60C56A1ECA3D}"/>
          </ac:spMkLst>
        </pc:spChg>
        <pc:spChg chg="mod">
          <ac:chgData name="Maeva PEREZ" userId="1e0babfd-3e56-4d38-8700-086b3fe90ced" providerId="ADAL" clId="{01E04513-1E7F-5B46-B361-FD36B34049B2}" dt="2023-12-12T05:30:20.258" v="2207" actId="27803"/>
          <ac:spMkLst>
            <pc:docMk/>
            <pc:sldMk cId="2258721010" sldId="260"/>
            <ac:spMk id="33" creationId="{B945BC50-873C-B928-8BA1-F0401875E784}"/>
          </ac:spMkLst>
        </pc:spChg>
        <pc:spChg chg="mod">
          <ac:chgData name="Maeva PEREZ" userId="1e0babfd-3e56-4d38-8700-086b3fe90ced" providerId="ADAL" clId="{01E04513-1E7F-5B46-B361-FD36B34049B2}" dt="2023-12-12T05:30:20.258" v="2207" actId="27803"/>
          <ac:spMkLst>
            <pc:docMk/>
            <pc:sldMk cId="2258721010" sldId="260"/>
            <ac:spMk id="34" creationId="{150FDC32-D728-789F-583F-065E952E992A}"/>
          </ac:spMkLst>
        </pc:spChg>
        <pc:spChg chg="mod">
          <ac:chgData name="Maeva PEREZ" userId="1e0babfd-3e56-4d38-8700-086b3fe90ced" providerId="ADAL" clId="{01E04513-1E7F-5B46-B361-FD36B34049B2}" dt="2023-12-12T05:30:20.258" v="2207" actId="27803"/>
          <ac:spMkLst>
            <pc:docMk/>
            <pc:sldMk cId="2258721010" sldId="260"/>
            <ac:spMk id="35" creationId="{BBEB73D9-0D19-31AC-E843-0EE7BE0ECA6E}"/>
          </ac:spMkLst>
        </pc:spChg>
        <pc:spChg chg="mod">
          <ac:chgData name="Maeva PEREZ" userId="1e0babfd-3e56-4d38-8700-086b3fe90ced" providerId="ADAL" clId="{01E04513-1E7F-5B46-B361-FD36B34049B2}" dt="2023-12-12T05:30:20.258" v="2207" actId="27803"/>
          <ac:spMkLst>
            <pc:docMk/>
            <pc:sldMk cId="2258721010" sldId="260"/>
            <ac:spMk id="36" creationId="{098D2FFE-62CB-7CD7-FA8D-A4FE5632C66B}"/>
          </ac:spMkLst>
        </pc:spChg>
        <pc:spChg chg="mod">
          <ac:chgData name="Maeva PEREZ" userId="1e0babfd-3e56-4d38-8700-086b3fe90ced" providerId="ADAL" clId="{01E04513-1E7F-5B46-B361-FD36B34049B2}" dt="2023-12-12T05:30:20.258" v="2207" actId="27803"/>
          <ac:spMkLst>
            <pc:docMk/>
            <pc:sldMk cId="2258721010" sldId="260"/>
            <ac:spMk id="37" creationId="{AEF30802-35E1-36D4-9440-6A2379627370}"/>
          </ac:spMkLst>
        </pc:spChg>
        <pc:spChg chg="mod">
          <ac:chgData name="Maeva PEREZ" userId="1e0babfd-3e56-4d38-8700-086b3fe90ced" providerId="ADAL" clId="{01E04513-1E7F-5B46-B361-FD36B34049B2}" dt="2023-12-12T05:30:20.258" v="2207" actId="27803"/>
          <ac:spMkLst>
            <pc:docMk/>
            <pc:sldMk cId="2258721010" sldId="260"/>
            <ac:spMk id="38" creationId="{6C92B063-2DB0-C579-FE6A-2C05B52394B1}"/>
          </ac:spMkLst>
        </pc:spChg>
        <pc:spChg chg="mod">
          <ac:chgData name="Maeva PEREZ" userId="1e0babfd-3e56-4d38-8700-086b3fe90ced" providerId="ADAL" clId="{01E04513-1E7F-5B46-B361-FD36B34049B2}" dt="2023-12-12T05:30:20.258" v="2207" actId="27803"/>
          <ac:spMkLst>
            <pc:docMk/>
            <pc:sldMk cId="2258721010" sldId="260"/>
            <ac:spMk id="39" creationId="{B628D96A-C3F3-85BC-88B0-0238E4EB1450}"/>
          </ac:spMkLst>
        </pc:spChg>
        <pc:spChg chg="mod">
          <ac:chgData name="Maeva PEREZ" userId="1e0babfd-3e56-4d38-8700-086b3fe90ced" providerId="ADAL" clId="{01E04513-1E7F-5B46-B361-FD36B34049B2}" dt="2023-12-12T05:30:20.258" v="2207" actId="27803"/>
          <ac:spMkLst>
            <pc:docMk/>
            <pc:sldMk cId="2258721010" sldId="260"/>
            <ac:spMk id="40" creationId="{38AD5A4C-2A25-1B2D-70BF-EB75713D0343}"/>
          </ac:spMkLst>
        </pc:spChg>
        <pc:spChg chg="mod">
          <ac:chgData name="Maeva PEREZ" userId="1e0babfd-3e56-4d38-8700-086b3fe90ced" providerId="ADAL" clId="{01E04513-1E7F-5B46-B361-FD36B34049B2}" dt="2023-12-12T05:30:20.258" v="2207" actId="27803"/>
          <ac:spMkLst>
            <pc:docMk/>
            <pc:sldMk cId="2258721010" sldId="260"/>
            <ac:spMk id="41" creationId="{93AD2728-D7CB-1DD0-4D9A-39195F27AAF4}"/>
          </ac:spMkLst>
        </pc:spChg>
        <pc:spChg chg="mod">
          <ac:chgData name="Maeva PEREZ" userId="1e0babfd-3e56-4d38-8700-086b3fe90ced" providerId="ADAL" clId="{01E04513-1E7F-5B46-B361-FD36B34049B2}" dt="2023-12-12T05:30:20.258" v="2207" actId="27803"/>
          <ac:spMkLst>
            <pc:docMk/>
            <pc:sldMk cId="2258721010" sldId="260"/>
            <ac:spMk id="42" creationId="{12856B3F-C3F9-0D3D-8A1A-9DD219F551B7}"/>
          </ac:spMkLst>
        </pc:spChg>
        <pc:spChg chg="mod">
          <ac:chgData name="Maeva PEREZ" userId="1e0babfd-3e56-4d38-8700-086b3fe90ced" providerId="ADAL" clId="{01E04513-1E7F-5B46-B361-FD36B34049B2}" dt="2023-12-12T05:30:20.258" v="2207" actId="27803"/>
          <ac:spMkLst>
            <pc:docMk/>
            <pc:sldMk cId="2258721010" sldId="260"/>
            <ac:spMk id="44" creationId="{34180D5D-BEE1-264D-5228-47F7A65839EB}"/>
          </ac:spMkLst>
        </pc:spChg>
        <pc:spChg chg="mod">
          <ac:chgData name="Maeva PEREZ" userId="1e0babfd-3e56-4d38-8700-086b3fe90ced" providerId="ADAL" clId="{01E04513-1E7F-5B46-B361-FD36B34049B2}" dt="2023-12-12T05:30:20.258" v="2207" actId="27803"/>
          <ac:spMkLst>
            <pc:docMk/>
            <pc:sldMk cId="2258721010" sldId="260"/>
            <ac:spMk id="45" creationId="{AEFD017D-B2C5-98A5-5667-FE0D47F9414A}"/>
          </ac:spMkLst>
        </pc:spChg>
        <pc:spChg chg="mod">
          <ac:chgData name="Maeva PEREZ" userId="1e0babfd-3e56-4d38-8700-086b3fe90ced" providerId="ADAL" clId="{01E04513-1E7F-5B46-B361-FD36B34049B2}" dt="2023-12-12T05:30:20.258" v="2207" actId="27803"/>
          <ac:spMkLst>
            <pc:docMk/>
            <pc:sldMk cId="2258721010" sldId="260"/>
            <ac:spMk id="46" creationId="{9DC64FD5-FCCB-8213-0C11-AE367383FB32}"/>
          </ac:spMkLst>
        </pc:spChg>
        <pc:spChg chg="mod">
          <ac:chgData name="Maeva PEREZ" userId="1e0babfd-3e56-4d38-8700-086b3fe90ced" providerId="ADAL" clId="{01E04513-1E7F-5B46-B361-FD36B34049B2}" dt="2023-12-12T05:30:20.258" v="2207" actId="27803"/>
          <ac:spMkLst>
            <pc:docMk/>
            <pc:sldMk cId="2258721010" sldId="260"/>
            <ac:spMk id="47" creationId="{4F46B81F-3963-E2A6-E451-C77C9DD8D007}"/>
          </ac:spMkLst>
        </pc:spChg>
        <pc:spChg chg="mod">
          <ac:chgData name="Maeva PEREZ" userId="1e0babfd-3e56-4d38-8700-086b3fe90ced" providerId="ADAL" clId="{01E04513-1E7F-5B46-B361-FD36B34049B2}" dt="2023-12-12T05:30:20.258" v="2207" actId="27803"/>
          <ac:spMkLst>
            <pc:docMk/>
            <pc:sldMk cId="2258721010" sldId="260"/>
            <ac:spMk id="48" creationId="{C069EECF-8764-A3CD-1CF9-6389692397A7}"/>
          </ac:spMkLst>
        </pc:spChg>
        <pc:spChg chg="mod">
          <ac:chgData name="Maeva PEREZ" userId="1e0babfd-3e56-4d38-8700-086b3fe90ced" providerId="ADAL" clId="{01E04513-1E7F-5B46-B361-FD36B34049B2}" dt="2023-12-12T05:30:20.258" v="2207" actId="27803"/>
          <ac:spMkLst>
            <pc:docMk/>
            <pc:sldMk cId="2258721010" sldId="260"/>
            <ac:spMk id="49" creationId="{3376AB12-1816-A65A-449F-DEDB77E77A80}"/>
          </ac:spMkLst>
        </pc:spChg>
        <pc:spChg chg="mod">
          <ac:chgData name="Maeva PEREZ" userId="1e0babfd-3e56-4d38-8700-086b3fe90ced" providerId="ADAL" clId="{01E04513-1E7F-5B46-B361-FD36B34049B2}" dt="2023-12-12T05:30:20.258" v="2207" actId="27803"/>
          <ac:spMkLst>
            <pc:docMk/>
            <pc:sldMk cId="2258721010" sldId="260"/>
            <ac:spMk id="50" creationId="{6A555BE1-55DE-B164-847B-537239C27A98}"/>
          </ac:spMkLst>
        </pc:spChg>
        <pc:spChg chg="mod">
          <ac:chgData name="Maeva PEREZ" userId="1e0babfd-3e56-4d38-8700-086b3fe90ced" providerId="ADAL" clId="{01E04513-1E7F-5B46-B361-FD36B34049B2}" dt="2023-12-12T05:30:20.258" v="2207" actId="27803"/>
          <ac:spMkLst>
            <pc:docMk/>
            <pc:sldMk cId="2258721010" sldId="260"/>
            <ac:spMk id="51" creationId="{20C18D5D-635B-5CF3-5ECE-1C56231C8736}"/>
          </ac:spMkLst>
        </pc:spChg>
        <pc:spChg chg="mod">
          <ac:chgData name="Maeva PEREZ" userId="1e0babfd-3e56-4d38-8700-086b3fe90ced" providerId="ADAL" clId="{01E04513-1E7F-5B46-B361-FD36B34049B2}" dt="2023-12-12T05:30:20.258" v="2207" actId="27803"/>
          <ac:spMkLst>
            <pc:docMk/>
            <pc:sldMk cId="2258721010" sldId="260"/>
            <ac:spMk id="52" creationId="{6B94DDE4-4138-49E4-C432-727FF8A8C97E}"/>
          </ac:spMkLst>
        </pc:spChg>
        <pc:spChg chg="mod">
          <ac:chgData name="Maeva PEREZ" userId="1e0babfd-3e56-4d38-8700-086b3fe90ced" providerId="ADAL" clId="{01E04513-1E7F-5B46-B361-FD36B34049B2}" dt="2023-12-12T05:30:20.258" v="2207" actId="27803"/>
          <ac:spMkLst>
            <pc:docMk/>
            <pc:sldMk cId="2258721010" sldId="260"/>
            <ac:spMk id="53" creationId="{39F8DEC1-3C68-D04D-65FF-2746739CCB17}"/>
          </ac:spMkLst>
        </pc:spChg>
        <pc:spChg chg="mod">
          <ac:chgData name="Maeva PEREZ" userId="1e0babfd-3e56-4d38-8700-086b3fe90ced" providerId="ADAL" clId="{01E04513-1E7F-5B46-B361-FD36B34049B2}" dt="2023-12-12T05:30:20.258" v="2207" actId="27803"/>
          <ac:spMkLst>
            <pc:docMk/>
            <pc:sldMk cId="2258721010" sldId="260"/>
            <ac:spMk id="54" creationId="{5B122AB2-049C-AA3F-4106-96DE643144BF}"/>
          </ac:spMkLst>
        </pc:spChg>
        <pc:spChg chg="mod">
          <ac:chgData name="Maeva PEREZ" userId="1e0babfd-3e56-4d38-8700-086b3fe90ced" providerId="ADAL" clId="{01E04513-1E7F-5B46-B361-FD36B34049B2}" dt="2023-12-12T05:30:20.258" v="2207" actId="27803"/>
          <ac:spMkLst>
            <pc:docMk/>
            <pc:sldMk cId="2258721010" sldId="260"/>
            <ac:spMk id="55" creationId="{9CF42490-9E0E-A68B-1322-68F48AD6D3AF}"/>
          </ac:spMkLst>
        </pc:spChg>
        <pc:spChg chg="mod">
          <ac:chgData name="Maeva PEREZ" userId="1e0babfd-3e56-4d38-8700-086b3fe90ced" providerId="ADAL" clId="{01E04513-1E7F-5B46-B361-FD36B34049B2}" dt="2023-12-12T05:30:20.258" v="2207" actId="27803"/>
          <ac:spMkLst>
            <pc:docMk/>
            <pc:sldMk cId="2258721010" sldId="260"/>
            <ac:spMk id="56" creationId="{6D6BD9DD-FC8F-1962-5040-135383D94D03}"/>
          </ac:spMkLst>
        </pc:spChg>
        <pc:spChg chg="mod">
          <ac:chgData name="Maeva PEREZ" userId="1e0babfd-3e56-4d38-8700-086b3fe90ced" providerId="ADAL" clId="{01E04513-1E7F-5B46-B361-FD36B34049B2}" dt="2023-12-12T05:30:20.258" v="2207" actId="27803"/>
          <ac:spMkLst>
            <pc:docMk/>
            <pc:sldMk cId="2258721010" sldId="260"/>
            <ac:spMk id="57" creationId="{DFE37B0A-E685-1035-3F7D-E0E55DDBB147}"/>
          </ac:spMkLst>
        </pc:spChg>
        <pc:spChg chg="mod">
          <ac:chgData name="Maeva PEREZ" userId="1e0babfd-3e56-4d38-8700-086b3fe90ced" providerId="ADAL" clId="{01E04513-1E7F-5B46-B361-FD36B34049B2}" dt="2023-12-12T05:30:20.258" v="2207" actId="27803"/>
          <ac:spMkLst>
            <pc:docMk/>
            <pc:sldMk cId="2258721010" sldId="260"/>
            <ac:spMk id="58" creationId="{9CCA68E2-6416-D4EE-BAA7-B4BA08F6ECEA}"/>
          </ac:spMkLst>
        </pc:spChg>
        <pc:spChg chg="mod">
          <ac:chgData name="Maeva PEREZ" userId="1e0babfd-3e56-4d38-8700-086b3fe90ced" providerId="ADAL" clId="{01E04513-1E7F-5B46-B361-FD36B34049B2}" dt="2023-12-12T05:30:20.258" v="2207" actId="27803"/>
          <ac:spMkLst>
            <pc:docMk/>
            <pc:sldMk cId="2258721010" sldId="260"/>
            <ac:spMk id="59" creationId="{35718896-2FCE-0E34-199D-B94FCE29DE8A}"/>
          </ac:spMkLst>
        </pc:spChg>
        <pc:spChg chg="mod">
          <ac:chgData name="Maeva PEREZ" userId="1e0babfd-3e56-4d38-8700-086b3fe90ced" providerId="ADAL" clId="{01E04513-1E7F-5B46-B361-FD36B34049B2}" dt="2023-12-12T05:30:20.258" v="2207" actId="27803"/>
          <ac:spMkLst>
            <pc:docMk/>
            <pc:sldMk cId="2258721010" sldId="260"/>
            <ac:spMk id="60" creationId="{BCFA00DE-66C9-D870-8409-74E63ADC2C10}"/>
          </ac:spMkLst>
        </pc:spChg>
        <pc:spChg chg="mod">
          <ac:chgData name="Maeva PEREZ" userId="1e0babfd-3e56-4d38-8700-086b3fe90ced" providerId="ADAL" clId="{01E04513-1E7F-5B46-B361-FD36B34049B2}" dt="2023-12-12T05:30:20.258" v="2207" actId="27803"/>
          <ac:spMkLst>
            <pc:docMk/>
            <pc:sldMk cId="2258721010" sldId="260"/>
            <ac:spMk id="61" creationId="{A17F6E58-5564-A45F-FBD0-CF9695F5D955}"/>
          </ac:spMkLst>
        </pc:spChg>
        <pc:spChg chg="mod">
          <ac:chgData name="Maeva PEREZ" userId="1e0babfd-3e56-4d38-8700-086b3fe90ced" providerId="ADAL" clId="{01E04513-1E7F-5B46-B361-FD36B34049B2}" dt="2023-12-12T05:30:20.258" v="2207" actId="27803"/>
          <ac:spMkLst>
            <pc:docMk/>
            <pc:sldMk cId="2258721010" sldId="260"/>
            <ac:spMk id="62" creationId="{3E1B3771-8ED6-2A5D-7F5C-CBA45D6E8789}"/>
          </ac:spMkLst>
        </pc:spChg>
        <pc:spChg chg="mod">
          <ac:chgData name="Maeva PEREZ" userId="1e0babfd-3e56-4d38-8700-086b3fe90ced" providerId="ADAL" clId="{01E04513-1E7F-5B46-B361-FD36B34049B2}" dt="2023-12-12T05:30:25.583" v="2208" actId="164"/>
          <ac:spMkLst>
            <pc:docMk/>
            <pc:sldMk cId="2258721010" sldId="260"/>
            <ac:spMk id="63" creationId="{1140AFFC-637E-625E-39A2-EA65156B794F}"/>
          </ac:spMkLst>
        </pc:spChg>
        <pc:spChg chg="mod">
          <ac:chgData name="Maeva PEREZ" userId="1e0babfd-3e56-4d38-8700-086b3fe90ced" providerId="ADAL" clId="{01E04513-1E7F-5B46-B361-FD36B34049B2}" dt="2023-12-12T05:30:20.258" v="2207" actId="27803"/>
          <ac:spMkLst>
            <pc:docMk/>
            <pc:sldMk cId="2258721010" sldId="260"/>
            <ac:spMk id="66" creationId="{ABD039E5-A6D3-A06D-0660-ED66160B7C39}"/>
          </ac:spMkLst>
        </pc:spChg>
        <pc:spChg chg="mod">
          <ac:chgData name="Maeva PEREZ" userId="1e0babfd-3e56-4d38-8700-086b3fe90ced" providerId="ADAL" clId="{01E04513-1E7F-5B46-B361-FD36B34049B2}" dt="2023-12-12T05:30:20.258" v="2207" actId="27803"/>
          <ac:spMkLst>
            <pc:docMk/>
            <pc:sldMk cId="2258721010" sldId="260"/>
            <ac:spMk id="67" creationId="{FCFB837E-3244-84BB-FA55-33C9A0B88EA0}"/>
          </ac:spMkLst>
        </pc:spChg>
        <pc:spChg chg="mod">
          <ac:chgData name="Maeva PEREZ" userId="1e0babfd-3e56-4d38-8700-086b3fe90ced" providerId="ADAL" clId="{01E04513-1E7F-5B46-B361-FD36B34049B2}" dt="2023-12-12T05:30:20.258" v="2207" actId="27803"/>
          <ac:spMkLst>
            <pc:docMk/>
            <pc:sldMk cId="2258721010" sldId="260"/>
            <ac:spMk id="68" creationId="{8BE15C03-CB91-5B7A-35EC-C705B1A9FDCD}"/>
          </ac:spMkLst>
        </pc:spChg>
        <pc:spChg chg="mod">
          <ac:chgData name="Maeva PEREZ" userId="1e0babfd-3e56-4d38-8700-086b3fe90ced" providerId="ADAL" clId="{01E04513-1E7F-5B46-B361-FD36B34049B2}" dt="2023-12-12T05:30:20.258" v="2207" actId="27803"/>
          <ac:spMkLst>
            <pc:docMk/>
            <pc:sldMk cId="2258721010" sldId="260"/>
            <ac:spMk id="69" creationId="{2983E8D1-0FFC-816E-8528-6A9C02B7D60B}"/>
          </ac:spMkLst>
        </pc:spChg>
        <pc:spChg chg="mod">
          <ac:chgData name="Maeva PEREZ" userId="1e0babfd-3e56-4d38-8700-086b3fe90ced" providerId="ADAL" clId="{01E04513-1E7F-5B46-B361-FD36B34049B2}" dt="2023-12-12T05:30:20.258" v="2207" actId="27803"/>
          <ac:spMkLst>
            <pc:docMk/>
            <pc:sldMk cId="2258721010" sldId="260"/>
            <ac:spMk id="70" creationId="{CC5B30A4-1FD0-0EC6-55ED-AC1A29457C4F}"/>
          </ac:spMkLst>
        </pc:spChg>
        <pc:spChg chg="mod">
          <ac:chgData name="Maeva PEREZ" userId="1e0babfd-3e56-4d38-8700-086b3fe90ced" providerId="ADAL" clId="{01E04513-1E7F-5B46-B361-FD36B34049B2}" dt="2023-12-12T05:30:20.258" v="2207" actId="27803"/>
          <ac:spMkLst>
            <pc:docMk/>
            <pc:sldMk cId="2258721010" sldId="260"/>
            <ac:spMk id="71" creationId="{4934648B-6319-72D2-3C0E-EDCABEE30E0A}"/>
          </ac:spMkLst>
        </pc:spChg>
        <pc:spChg chg="mod">
          <ac:chgData name="Maeva PEREZ" userId="1e0babfd-3e56-4d38-8700-086b3fe90ced" providerId="ADAL" clId="{01E04513-1E7F-5B46-B361-FD36B34049B2}" dt="2023-12-12T05:30:20.258" v="2207" actId="27803"/>
          <ac:spMkLst>
            <pc:docMk/>
            <pc:sldMk cId="2258721010" sldId="260"/>
            <ac:spMk id="72" creationId="{EE02C245-D734-A281-D6EE-5144FF814AAE}"/>
          </ac:spMkLst>
        </pc:spChg>
        <pc:spChg chg="mod">
          <ac:chgData name="Maeva PEREZ" userId="1e0babfd-3e56-4d38-8700-086b3fe90ced" providerId="ADAL" clId="{01E04513-1E7F-5B46-B361-FD36B34049B2}" dt="2023-12-12T05:30:20.258" v="2207" actId="27803"/>
          <ac:spMkLst>
            <pc:docMk/>
            <pc:sldMk cId="2258721010" sldId="260"/>
            <ac:spMk id="73" creationId="{95F19FA6-546E-54F4-E7B6-F41A832FCA07}"/>
          </ac:spMkLst>
        </pc:spChg>
        <pc:spChg chg="mod">
          <ac:chgData name="Maeva PEREZ" userId="1e0babfd-3e56-4d38-8700-086b3fe90ced" providerId="ADAL" clId="{01E04513-1E7F-5B46-B361-FD36B34049B2}" dt="2023-12-12T05:30:20.258" v="2207" actId="27803"/>
          <ac:spMkLst>
            <pc:docMk/>
            <pc:sldMk cId="2258721010" sldId="260"/>
            <ac:spMk id="74" creationId="{A426E3B3-BB40-6C95-D4B8-8D207F9F653D}"/>
          </ac:spMkLst>
        </pc:spChg>
        <pc:spChg chg="mod">
          <ac:chgData name="Maeva PEREZ" userId="1e0babfd-3e56-4d38-8700-086b3fe90ced" providerId="ADAL" clId="{01E04513-1E7F-5B46-B361-FD36B34049B2}" dt="2023-12-12T05:30:20.258" v="2207" actId="27803"/>
          <ac:spMkLst>
            <pc:docMk/>
            <pc:sldMk cId="2258721010" sldId="260"/>
            <ac:spMk id="75" creationId="{2D4C9952-9B07-732C-1931-C897A1180D64}"/>
          </ac:spMkLst>
        </pc:spChg>
        <pc:spChg chg="mod">
          <ac:chgData name="Maeva PEREZ" userId="1e0babfd-3e56-4d38-8700-086b3fe90ced" providerId="ADAL" clId="{01E04513-1E7F-5B46-B361-FD36B34049B2}" dt="2023-12-12T05:30:20.258" v="2207" actId="27803"/>
          <ac:spMkLst>
            <pc:docMk/>
            <pc:sldMk cId="2258721010" sldId="260"/>
            <ac:spMk id="76" creationId="{852F2B78-7589-02D9-CEAD-F9530731F983}"/>
          </ac:spMkLst>
        </pc:spChg>
        <pc:spChg chg="mod">
          <ac:chgData name="Maeva PEREZ" userId="1e0babfd-3e56-4d38-8700-086b3fe90ced" providerId="ADAL" clId="{01E04513-1E7F-5B46-B361-FD36B34049B2}" dt="2023-12-12T05:30:20.258" v="2207" actId="27803"/>
          <ac:spMkLst>
            <pc:docMk/>
            <pc:sldMk cId="2258721010" sldId="260"/>
            <ac:spMk id="77" creationId="{F0BCEB29-F938-E03D-D014-8481A58D3361}"/>
          </ac:spMkLst>
        </pc:spChg>
        <pc:spChg chg="mod">
          <ac:chgData name="Maeva PEREZ" userId="1e0babfd-3e56-4d38-8700-086b3fe90ced" providerId="ADAL" clId="{01E04513-1E7F-5B46-B361-FD36B34049B2}" dt="2023-12-12T05:30:20.258" v="2207" actId="27803"/>
          <ac:spMkLst>
            <pc:docMk/>
            <pc:sldMk cId="2258721010" sldId="260"/>
            <ac:spMk id="78" creationId="{43EF9879-B086-86C2-3F55-419AD7B8E1CB}"/>
          </ac:spMkLst>
        </pc:spChg>
        <pc:spChg chg="mod">
          <ac:chgData name="Maeva PEREZ" userId="1e0babfd-3e56-4d38-8700-086b3fe90ced" providerId="ADAL" clId="{01E04513-1E7F-5B46-B361-FD36B34049B2}" dt="2023-12-12T05:30:20.258" v="2207" actId="27803"/>
          <ac:spMkLst>
            <pc:docMk/>
            <pc:sldMk cId="2258721010" sldId="260"/>
            <ac:spMk id="79" creationId="{92C00474-1232-C83A-A82C-C3E75CB2A342}"/>
          </ac:spMkLst>
        </pc:spChg>
        <pc:spChg chg="mod">
          <ac:chgData name="Maeva PEREZ" userId="1e0babfd-3e56-4d38-8700-086b3fe90ced" providerId="ADAL" clId="{01E04513-1E7F-5B46-B361-FD36B34049B2}" dt="2023-12-12T05:30:20.258" v="2207" actId="27803"/>
          <ac:spMkLst>
            <pc:docMk/>
            <pc:sldMk cId="2258721010" sldId="260"/>
            <ac:spMk id="80" creationId="{55A15823-74D6-9327-7C58-EBBC39A734F2}"/>
          </ac:spMkLst>
        </pc:spChg>
        <pc:spChg chg="mod">
          <ac:chgData name="Maeva PEREZ" userId="1e0babfd-3e56-4d38-8700-086b3fe90ced" providerId="ADAL" clId="{01E04513-1E7F-5B46-B361-FD36B34049B2}" dt="2023-12-12T05:30:20.258" v="2207" actId="27803"/>
          <ac:spMkLst>
            <pc:docMk/>
            <pc:sldMk cId="2258721010" sldId="260"/>
            <ac:spMk id="81" creationId="{43CD4D00-62DB-A9DF-4B90-4DA6C38F7C9E}"/>
          </ac:spMkLst>
        </pc:spChg>
        <pc:spChg chg="mod">
          <ac:chgData name="Maeva PEREZ" userId="1e0babfd-3e56-4d38-8700-086b3fe90ced" providerId="ADAL" clId="{01E04513-1E7F-5B46-B361-FD36B34049B2}" dt="2023-12-12T05:30:20.258" v="2207" actId="27803"/>
          <ac:spMkLst>
            <pc:docMk/>
            <pc:sldMk cId="2258721010" sldId="260"/>
            <ac:spMk id="83" creationId="{C115A390-7187-48D2-2B5B-5E2724D1F8F4}"/>
          </ac:spMkLst>
        </pc:spChg>
        <pc:spChg chg="mod">
          <ac:chgData name="Maeva PEREZ" userId="1e0babfd-3e56-4d38-8700-086b3fe90ced" providerId="ADAL" clId="{01E04513-1E7F-5B46-B361-FD36B34049B2}" dt="2023-12-12T05:30:20.258" v="2207" actId="27803"/>
          <ac:spMkLst>
            <pc:docMk/>
            <pc:sldMk cId="2258721010" sldId="260"/>
            <ac:spMk id="84" creationId="{3416EE6F-BFF4-67EA-3369-F5584DDDAE91}"/>
          </ac:spMkLst>
        </pc:spChg>
        <pc:spChg chg="mod">
          <ac:chgData name="Maeva PEREZ" userId="1e0babfd-3e56-4d38-8700-086b3fe90ced" providerId="ADAL" clId="{01E04513-1E7F-5B46-B361-FD36B34049B2}" dt="2023-12-12T05:30:20.258" v="2207" actId="27803"/>
          <ac:spMkLst>
            <pc:docMk/>
            <pc:sldMk cId="2258721010" sldId="260"/>
            <ac:spMk id="86" creationId="{2916559B-BEAE-8345-6D54-4E319919BE0C}"/>
          </ac:spMkLst>
        </pc:spChg>
        <pc:spChg chg="mod">
          <ac:chgData name="Maeva PEREZ" userId="1e0babfd-3e56-4d38-8700-086b3fe90ced" providerId="ADAL" clId="{01E04513-1E7F-5B46-B361-FD36B34049B2}" dt="2023-12-12T05:30:20.258" v="2207" actId="27803"/>
          <ac:spMkLst>
            <pc:docMk/>
            <pc:sldMk cId="2258721010" sldId="260"/>
            <ac:spMk id="87" creationId="{26296392-0675-A88D-ECE3-1B404EA4E973}"/>
          </ac:spMkLst>
        </pc:spChg>
        <pc:spChg chg="mod">
          <ac:chgData name="Maeva PEREZ" userId="1e0babfd-3e56-4d38-8700-086b3fe90ced" providerId="ADAL" clId="{01E04513-1E7F-5B46-B361-FD36B34049B2}" dt="2023-12-12T05:30:20.258" v="2207" actId="27803"/>
          <ac:spMkLst>
            <pc:docMk/>
            <pc:sldMk cId="2258721010" sldId="260"/>
            <ac:spMk id="89" creationId="{1886EFE3-D482-0FD0-C567-C22B9E49298E}"/>
          </ac:spMkLst>
        </pc:spChg>
        <pc:spChg chg="mod">
          <ac:chgData name="Maeva PEREZ" userId="1e0babfd-3e56-4d38-8700-086b3fe90ced" providerId="ADAL" clId="{01E04513-1E7F-5B46-B361-FD36B34049B2}" dt="2023-12-12T05:30:20.258" v="2207" actId="27803"/>
          <ac:spMkLst>
            <pc:docMk/>
            <pc:sldMk cId="2258721010" sldId="260"/>
            <ac:spMk id="90" creationId="{273FE675-D6BE-278A-B3D7-6CF1AE5B17E9}"/>
          </ac:spMkLst>
        </pc:spChg>
        <pc:spChg chg="mod">
          <ac:chgData name="Maeva PEREZ" userId="1e0babfd-3e56-4d38-8700-086b3fe90ced" providerId="ADAL" clId="{01E04513-1E7F-5B46-B361-FD36B34049B2}" dt="2023-12-12T05:30:20.258" v="2207" actId="27803"/>
          <ac:spMkLst>
            <pc:docMk/>
            <pc:sldMk cId="2258721010" sldId="260"/>
            <ac:spMk id="92" creationId="{AFA35ADB-CACB-4C59-0802-1B7A491FF4F3}"/>
          </ac:spMkLst>
        </pc:spChg>
        <pc:spChg chg="mod">
          <ac:chgData name="Maeva PEREZ" userId="1e0babfd-3e56-4d38-8700-086b3fe90ced" providerId="ADAL" clId="{01E04513-1E7F-5B46-B361-FD36B34049B2}" dt="2023-12-12T05:30:20.258" v="2207" actId="27803"/>
          <ac:spMkLst>
            <pc:docMk/>
            <pc:sldMk cId="2258721010" sldId="260"/>
            <ac:spMk id="93" creationId="{AA0240D5-31DD-1222-2B4C-89EF4229DC5F}"/>
          </ac:spMkLst>
        </pc:spChg>
        <pc:spChg chg="mod">
          <ac:chgData name="Maeva PEREZ" userId="1e0babfd-3e56-4d38-8700-086b3fe90ced" providerId="ADAL" clId="{01E04513-1E7F-5B46-B361-FD36B34049B2}" dt="2023-12-12T05:30:25.583" v="2208" actId="164"/>
          <ac:spMkLst>
            <pc:docMk/>
            <pc:sldMk cId="2258721010" sldId="260"/>
            <ac:spMk id="95" creationId="{012E8A05-6A49-1E16-DF55-FC05D2429549}"/>
          </ac:spMkLst>
        </pc:spChg>
        <pc:spChg chg="mod">
          <ac:chgData name="Maeva PEREZ" userId="1e0babfd-3e56-4d38-8700-086b3fe90ced" providerId="ADAL" clId="{01E04513-1E7F-5B46-B361-FD36B34049B2}" dt="2023-12-12T05:30:25.583" v="2208" actId="164"/>
          <ac:spMkLst>
            <pc:docMk/>
            <pc:sldMk cId="2258721010" sldId="260"/>
            <ac:spMk id="96" creationId="{94A4F9B4-7166-030B-9071-C8419E4DE48C}"/>
          </ac:spMkLst>
        </pc:spChg>
        <pc:spChg chg="mod">
          <ac:chgData name="Maeva PEREZ" userId="1e0babfd-3e56-4d38-8700-086b3fe90ced" providerId="ADAL" clId="{01E04513-1E7F-5B46-B361-FD36B34049B2}" dt="2023-12-12T05:30:25.583" v="2208" actId="164"/>
          <ac:spMkLst>
            <pc:docMk/>
            <pc:sldMk cId="2258721010" sldId="260"/>
            <ac:spMk id="97" creationId="{E3146698-F86E-2012-180B-2197B165F891}"/>
          </ac:spMkLst>
        </pc:spChg>
        <pc:spChg chg="mod">
          <ac:chgData name="Maeva PEREZ" userId="1e0babfd-3e56-4d38-8700-086b3fe90ced" providerId="ADAL" clId="{01E04513-1E7F-5B46-B361-FD36B34049B2}" dt="2023-12-12T05:30:25.583" v="2208" actId="164"/>
          <ac:spMkLst>
            <pc:docMk/>
            <pc:sldMk cId="2258721010" sldId="260"/>
            <ac:spMk id="98" creationId="{75F0CA90-ADDD-8C33-1BFE-5CE527B4593E}"/>
          </ac:spMkLst>
        </pc:spChg>
        <pc:spChg chg="mod">
          <ac:chgData name="Maeva PEREZ" userId="1e0babfd-3e56-4d38-8700-086b3fe90ced" providerId="ADAL" clId="{01E04513-1E7F-5B46-B361-FD36B34049B2}" dt="2023-12-12T05:30:25.583" v="2208" actId="164"/>
          <ac:spMkLst>
            <pc:docMk/>
            <pc:sldMk cId="2258721010" sldId="260"/>
            <ac:spMk id="99" creationId="{C7B32740-D535-1843-87B2-7A3B7619175F}"/>
          </ac:spMkLst>
        </pc:spChg>
        <pc:spChg chg="mod">
          <ac:chgData name="Maeva PEREZ" userId="1e0babfd-3e56-4d38-8700-086b3fe90ced" providerId="ADAL" clId="{01E04513-1E7F-5B46-B361-FD36B34049B2}" dt="2023-12-12T05:30:25.583" v="2208" actId="164"/>
          <ac:spMkLst>
            <pc:docMk/>
            <pc:sldMk cId="2258721010" sldId="260"/>
            <ac:spMk id="100" creationId="{1AEAD0E9-0787-A81A-8CC3-E13CA3D2D8DA}"/>
          </ac:spMkLst>
        </pc:spChg>
        <pc:spChg chg="mod">
          <ac:chgData name="Maeva PEREZ" userId="1e0babfd-3e56-4d38-8700-086b3fe90ced" providerId="ADAL" clId="{01E04513-1E7F-5B46-B361-FD36B34049B2}" dt="2023-12-12T05:30:25.583" v="2208" actId="164"/>
          <ac:spMkLst>
            <pc:docMk/>
            <pc:sldMk cId="2258721010" sldId="260"/>
            <ac:spMk id="101" creationId="{550C62AC-43FF-7656-893E-1CA6D10B8780}"/>
          </ac:spMkLst>
        </pc:spChg>
        <pc:spChg chg="mod">
          <ac:chgData name="Maeva PEREZ" userId="1e0babfd-3e56-4d38-8700-086b3fe90ced" providerId="ADAL" clId="{01E04513-1E7F-5B46-B361-FD36B34049B2}" dt="2023-12-12T05:30:25.583" v="2208" actId="164"/>
          <ac:spMkLst>
            <pc:docMk/>
            <pc:sldMk cId="2258721010" sldId="260"/>
            <ac:spMk id="102" creationId="{80654C6E-12B2-3083-2A76-43CCFE43E855}"/>
          </ac:spMkLst>
        </pc:spChg>
        <pc:spChg chg="mod">
          <ac:chgData name="Maeva PEREZ" userId="1e0babfd-3e56-4d38-8700-086b3fe90ced" providerId="ADAL" clId="{01E04513-1E7F-5B46-B361-FD36B34049B2}" dt="2023-12-12T05:30:25.583" v="2208" actId="164"/>
          <ac:spMkLst>
            <pc:docMk/>
            <pc:sldMk cId="2258721010" sldId="260"/>
            <ac:spMk id="103" creationId="{320F595B-47CF-1371-4AEC-C9FAC05BD0F5}"/>
          </ac:spMkLst>
        </pc:spChg>
        <pc:spChg chg="mod">
          <ac:chgData name="Maeva PEREZ" userId="1e0babfd-3e56-4d38-8700-086b3fe90ced" providerId="ADAL" clId="{01E04513-1E7F-5B46-B361-FD36B34049B2}" dt="2023-12-12T05:30:25.583" v="2208" actId="164"/>
          <ac:spMkLst>
            <pc:docMk/>
            <pc:sldMk cId="2258721010" sldId="260"/>
            <ac:spMk id="104" creationId="{46CBE12F-3D2C-3ADB-94F7-33704D42FF97}"/>
          </ac:spMkLst>
        </pc:spChg>
        <pc:spChg chg="mod">
          <ac:chgData name="Maeva PEREZ" userId="1e0babfd-3e56-4d38-8700-086b3fe90ced" providerId="ADAL" clId="{01E04513-1E7F-5B46-B361-FD36B34049B2}" dt="2023-12-12T05:30:25.583" v="2208" actId="164"/>
          <ac:spMkLst>
            <pc:docMk/>
            <pc:sldMk cId="2258721010" sldId="260"/>
            <ac:spMk id="106" creationId="{75F3CD08-9872-0E1F-D0AC-C230011C5AE7}"/>
          </ac:spMkLst>
        </pc:spChg>
        <pc:spChg chg="mod">
          <ac:chgData name="Maeva PEREZ" userId="1e0babfd-3e56-4d38-8700-086b3fe90ced" providerId="ADAL" clId="{01E04513-1E7F-5B46-B361-FD36B34049B2}" dt="2023-12-12T05:30:25.583" v="2208" actId="164"/>
          <ac:spMkLst>
            <pc:docMk/>
            <pc:sldMk cId="2258721010" sldId="260"/>
            <ac:spMk id="107" creationId="{49F72E31-5E06-1EC6-68C1-BCF78E58FF8F}"/>
          </ac:spMkLst>
        </pc:spChg>
        <pc:spChg chg="mod">
          <ac:chgData name="Maeva PEREZ" userId="1e0babfd-3e56-4d38-8700-086b3fe90ced" providerId="ADAL" clId="{01E04513-1E7F-5B46-B361-FD36B34049B2}" dt="2023-12-12T05:30:25.583" v="2208" actId="164"/>
          <ac:spMkLst>
            <pc:docMk/>
            <pc:sldMk cId="2258721010" sldId="260"/>
            <ac:spMk id="108" creationId="{DCE52FC6-6305-6151-B7FB-95CCB5107C41}"/>
          </ac:spMkLst>
        </pc:spChg>
        <pc:spChg chg="mod">
          <ac:chgData name="Maeva PEREZ" userId="1e0babfd-3e56-4d38-8700-086b3fe90ced" providerId="ADAL" clId="{01E04513-1E7F-5B46-B361-FD36B34049B2}" dt="2023-12-12T05:30:25.583" v="2208" actId="164"/>
          <ac:spMkLst>
            <pc:docMk/>
            <pc:sldMk cId="2258721010" sldId="260"/>
            <ac:spMk id="109" creationId="{C90B965C-B8D3-0E66-6B6B-D92E6EE46914}"/>
          </ac:spMkLst>
        </pc:spChg>
        <pc:spChg chg="mod">
          <ac:chgData name="Maeva PEREZ" userId="1e0babfd-3e56-4d38-8700-086b3fe90ced" providerId="ADAL" clId="{01E04513-1E7F-5B46-B361-FD36B34049B2}" dt="2023-12-12T05:30:20.258" v="2207" actId="27803"/>
          <ac:spMkLst>
            <pc:docMk/>
            <pc:sldMk cId="2258721010" sldId="260"/>
            <ac:spMk id="111" creationId="{C49EE81B-EE6C-F18A-C27D-D26C02AFEB5C}"/>
          </ac:spMkLst>
        </pc:spChg>
        <pc:spChg chg="mod">
          <ac:chgData name="Maeva PEREZ" userId="1e0babfd-3e56-4d38-8700-086b3fe90ced" providerId="ADAL" clId="{01E04513-1E7F-5B46-B361-FD36B34049B2}" dt="2023-12-12T05:30:20.258" v="2207" actId="27803"/>
          <ac:spMkLst>
            <pc:docMk/>
            <pc:sldMk cId="2258721010" sldId="260"/>
            <ac:spMk id="113" creationId="{11FE8B84-8A01-34F0-32B4-2F80CEA1E26E}"/>
          </ac:spMkLst>
        </pc:spChg>
        <pc:spChg chg="mod">
          <ac:chgData name="Maeva PEREZ" userId="1e0babfd-3e56-4d38-8700-086b3fe90ced" providerId="ADAL" clId="{01E04513-1E7F-5B46-B361-FD36B34049B2}" dt="2023-12-12T05:30:20.258" v="2207" actId="27803"/>
          <ac:spMkLst>
            <pc:docMk/>
            <pc:sldMk cId="2258721010" sldId="260"/>
            <ac:spMk id="114" creationId="{7D20B9B4-1CA1-A837-AFDB-61EDCBC8D570}"/>
          </ac:spMkLst>
        </pc:spChg>
        <pc:spChg chg="mod">
          <ac:chgData name="Maeva PEREZ" userId="1e0babfd-3e56-4d38-8700-086b3fe90ced" providerId="ADAL" clId="{01E04513-1E7F-5B46-B361-FD36B34049B2}" dt="2023-12-12T05:30:20.258" v="2207" actId="27803"/>
          <ac:spMkLst>
            <pc:docMk/>
            <pc:sldMk cId="2258721010" sldId="260"/>
            <ac:spMk id="115" creationId="{629D8A74-EDEA-458C-FAC9-F8BA84F1A110}"/>
          </ac:spMkLst>
        </pc:spChg>
        <pc:spChg chg="mod">
          <ac:chgData name="Maeva PEREZ" userId="1e0babfd-3e56-4d38-8700-086b3fe90ced" providerId="ADAL" clId="{01E04513-1E7F-5B46-B361-FD36B34049B2}" dt="2023-12-12T05:30:20.258" v="2207" actId="27803"/>
          <ac:spMkLst>
            <pc:docMk/>
            <pc:sldMk cId="2258721010" sldId="260"/>
            <ac:spMk id="116" creationId="{1FEE7428-417B-8A69-2863-5165CE3FC004}"/>
          </ac:spMkLst>
        </pc:spChg>
        <pc:spChg chg="mod">
          <ac:chgData name="Maeva PEREZ" userId="1e0babfd-3e56-4d38-8700-086b3fe90ced" providerId="ADAL" clId="{01E04513-1E7F-5B46-B361-FD36B34049B2}" dt="2023-12-12T05:30:20.258" v="2207" actId="27803"/>
          <ac:spMkLst>
            <pc:docMk/>
            <pc:sldMk cId="2258721010" sldId="260"/>
            <ac:spMk id="118" creationId="{65EEA4D0-80CB-18DE-AA6D-A88FE8E999F0}"/>
          </ac:spMkLst>
        </pc:spChg>
        <pc:spChg chg="mod">
          <ac:chgData name="Maeva PEREZ" userId="1e0babfd-3e56-4d38-8700-086b3fe90ced" providerId="ADAL" clId="{01E04513-1E7F-5B46-B361-FD36B34049B2}" dt="2023-12-12T05:30:20.258" v="2207" actId="27803"/>
          <ac:spMkLst>
            <pc:docMk/>
            <pc:sldMk cId="2258721010" sldId="260"/>
            <ac:spMk id="119" creationId="{5CC7172D-621C-7FEB-D2CB-161B835B677E}"/>
          </ac:spMkLst>
        </pc:spChg>
        <pc:spChg chg="mod">
          <ac:chgData name="Maeva PEREZ" userId="1e0babfd-3e56-4d38-8700-086b3fe90ced" providerId="ADAL" clId="{01E04513-1E7F-5B46-B361-FD36B34049B2}" dt="2023-12-12T05:30:20.258" v="2207" actId="27803"/>
          <ac:spMkLst>
            <pc:docMk/>
            <pc:sldMk cId="2258721010" sldId="260"/>
            <ac:spMk id="120" creationId="{2E849265-4C8F-B73D-64E1-88CF5C6F83C2}"/>
          </ac:spMkLst>
        </pc:spChg>
        <pc:spChg chg="mod">
          <ac:chgData name="Maeva PEREZ" userId="1e0babfd-3e56-4d38-8700-086b3fe90ced" providerId="ADAL" clId="{01E04513-1E7F-5B46-B361-FD36B34049B2}" dt="2023-12-12T05:30:20.258" v="2207" actId="27803"/>
          <ac:spMkLst>
            <pc:docMk/>
            <pc:sldMk cId="2258721010" sldId="260"/>
            <ac:spMk id="121" creationId="{3E5E4DF1-0303-FF51-1710-A5AE1255870E}"/>
          </ac:spMkLst>
        </pc:spChg>
        <pc:spChg chg="mod">
          <ac:chgData name="Maeva PEREZ" userId="1e0babfd-3e56-4d38-8700-086b3fe90ced" providerId="ADAL" clId="{01E04513-1E7F-5B46-B361-FD36B34049B2}" dt="2023-12-12T05:30:20.258" v="2207" actId="27803"/>
          <ac:spMkLst>
            <pc:docMk/>
            <pc:sldMk cId="2258721010" sldId="260"/>
            <ac:spMk id="122" creationId="{3E9B77F0-D817-15D4-D407-7B3F587A7606}"/>
          </ac:spMkLst>
        </pc:spChg>
        <pc:spChg chg="mod">
          <ac:chgData name="Maeva PEREZ" userId="1e0babfd-3e56-4d38-8700-086b3fe90ced" providerId="ADAL" clId="{01E04513-1E7F-5B46-B361-FD36B34049B2}" dt="2023-12-12T05:30:20.258" v="2207" actId="27803"/>
          <ac:spMkLst>
            <pc:docMk/>
            <pc:sldMk cId="2258721010" sldId="260"/>
            <ac:spMk id="123" creationId="{7E4486CF-5E21-E3B3-A6FD-8E789CD0D65A}"/>
          </ac:spMkLst>
        </pc:spChg>
        <pc:spChg chg="mod">
          <ac:chgData name="Maeva PEREZ" userId="1e0babfd-3e56-4d38-8700-086b3fe90ced" providerId="ADAL" clId="{01E04513-1E7F-5B46-B361-FD36B34049B2}" dt="2023-12-12T05:30:20.258" v="2207" actId="27803"/>
          <ac:spMkLst>
            <pc:docMk/>
            <pc:sldMk cId="2258721010" sldId="260"/>
            <ac:spMk id="125" creationId="{974FBE4E-8E25-9429-5B6C-C281C1CF5864}"/>
          </ac:spMkLst>
        </pc:spChg>
        <pc:spChg chg="mod">
          <ac:chgData name="Maeva PEREZ" userId="1e0babfd-3e56-4d38-8700-086b3fe90ced" providerId="ADAL" clId="{01E04513-1E7F-5B46-B361-FD36B34049B2}" dt="2023-12-12T05:30:20.258" v="2207" actId="27803"/>
          <ac:spMkLst>
            <pc:docMk/>
            <pc:sldMk cId="2258721010" sldId="260"/>
            <ac:spMk id="126" creationId="{4972A3B8-649C-8186-1EB8-09CADC95544B}"/>
          </ac:spMkLst>
        </pc:spChg>
        <pc:spChg chg="mod">
          <ac:chgData name="Maeva PEREZ" userId="1e0babfd-3e56-4d38-8700-086b3fe90ced" providerId="ADAL" clId="{01E04513-1E7F-5B46-B361-FD36B34049B2}" dt="2023-12-12T05:30:20.258" v="2207" actId="27803"/>
          <ac:spMkLst>
            <pc:docMk/>
            <pc:sldMk cId="2258721010" sldId="260"/>
            <ac:spMk id="128" creationId="{3BE2D737-D8A3-D162-A381-F2C4914C904F}"/>
          </ac:spMkLst>
        </pc:spChg>
        <pc:spChg chg="mod">
          <ac:chgData name="Maeva PEREZ" userId="1e0babfd-3e56-4d38-8700-086b3fe90ced" providerId="ADAL" clId="{01E04513-1E7F-5B46-B361-FD36B34049B2}" dt="2023-12-12T05:30:20.258" v="2207" actId="27803"/>
          <ac:spMkLst>
            <pc:docMk/>
            <pc:sldMk cId="2258721010" sldId="260"/>
            <ac:spMk id="129" creationId="{3E598965-257A-68DD-B089-9842D81001CB}"/>
          </ac:spMkLst>
        </pc:spChg>
        <pc:spChg chg="mod">
          <ac:chgData name="Maeva PEREZ" userId="1e0babfd-3e56-4d38-8700-086b3fe90ced" providerId="ADAL" clId="{01E04513-1E7F-5B46-B361-FD36B34049B2}" dt="2023-12-12T05:30:20.258" v="2207" actId="27803"/>
          <ac:spMkLst>
            <pc:docMk/>
            <pc:sldMk cId="2258721010" sldId="260"/>
            <ac:spMk id="132" creationId="{95DB40CF-E15D-AC03-6F9A-CBDB6A672117}"/>
          </ac:spMkLst>
        </pc:spChg>
        <pc:spChg chg="mod">
          <ac:chgData name="Maeva PEREZ" userId="1e0babfd-3e56-4d38-8700-086b3fe90ced" providerId="ADAL" clId="{01E04513-1E7F-5B46-B361-FD36B34049B2}" dt="2023-12-12T05:30:20.258" v="2207" actId="27803"/>
          <ac:spMkLst>
            <pc:docMk/>
            <pc:sldMk cId="2258721010" sldId="260"/>
            <ac:spMk id="133" creationId="{742DF7DF-3F71-8973-2804-1739CC87763C}"/>
          </ac:spMkLst>
        </pc:spChg>
        <pc:spChg chg="mod">
          <ac:chgData name="Maeva PEREZ" userId="1e0babfd-3e56-4d38-8700-086b3fe90ced" providerId="ADAL" clId="{01E04513-1E7F-5B46-B361-FD36B34049B2}" dt="2023-12-12T05:30:20.258" v="2207" actId="27803"/>
          <ac:spMkLst>
            <pc:docMk/>
            <pc:sldMk cId="2258721010" sldId="260"/>
            <ac:spMk id="134" creationId="{D1B41CFE-3D1E-372F-70C3-6E31A27F2987}"/>
          </ac:spMkLst>
        </pc:spChg>
        <pc:spChg chg="mod">
          <ac:chgData name="Maeva PEREZ" userId="1e0babfd-3e56-4d38-8700-086b3fe90ced" providerId="ADAL" clId="{01E04513-1E7F-5B46-B361-FD36B34049B2}" dt="2023-12-12T05:30:20.258" v="2207" actId="27803"/>
          <ac:spMkLst>
            <pc:docMk/>
            <pc:sldMk cId="2258721010" sldId="260"/>
            <ac:spMk id="135" creationId="{991FE613-E4AF-4919-7248-7F1733387574}"/>
          </ac:spMkLst>
        </pc:spChg>
        <pc:spChg chg="mod">
          <ac:chgData name="Maeva PEREZ" userId="1e0babfd-3e56-4d38-8700-086b3fe90ced" providerId="ADAL" clId="{01E04513-1E7F-5B46-B361-FD36B34049B2}" dt="2023-12-12T05:30:20.258" v="2207" actId="27803"/>
          <ac:spMkLst>
            <pc:docMk/>
            <pc:sldMk cId="2258721010" sldId="260"/>
            <ac:spMk id="136" creationId="{DC0FCD16-F8FF-BEFE-B78F-91942B354BBB}"/>
          </ac:spMkLst>
        </pc:spChg>
        <pc:spChg chg="mod">
          <ac:chgData name="Maeva PEREZ" userId="1e0babfd-3e56-4d38-8700-086b3fe90ced" providerId="ADAL" clId="{01E04513-1E7F-5B46-B361-FD36B34049B2}" dt="2023-12-12T05:30:20.258" v="2207" actId="27803"/>
          <ac:spMkLst>
            <pc:docMk/>
            <pc:sldMk cId="2258721010" sldId="260"/>
            <ac:spMk id="137" creationId="{38797BFA-D538-207E-CA5E-385CA9FAE41D}"/>
          </ac:spMkLst>
        </pc:spChg>
        <pc:spChg chg="mod">
          <ac:chgData name="Maeva PEREZ" userId="1e0babfd-3e56-4d38-8700-086b3fe90ced" providerId="ADAL" clId="{01E04513-1E7F-5B46-B361-FD36B34049B2}" dt="2023-12-12T05:30:20.258" v="2207" actId="27803"/>
          <ac:spMkLst>
            <pc:docMk/>
            <pc:sldMk cId="2258721010" sldId="260"/>
            <ac:spMk id="138" creationId="{767E7B3C-E0CA-C528-C01D-3802C33DA929}"/>
          </ac:spMkLst>
        </pc:spChg>
        <pc:spChg chg="mod">
          <ac:chgData name="Maeva PEREZ" userId="1e0babfd-3e56-4d38-8700-086b3fe90ced" providerId="ADAL" clId="{01E04513-1E7F-5B46-B361-FD36B34049B2}" dt="2023-12-12T05:30:20.258" v="2207" actId="27803"/>
          <ac:spMkLst>
            <pc:docMk/>
            <pc:sldMk cId="2258721010" sldId="260"/>
            <ac:spMk id="139" creationId="{F8BB8412-8F96-2292-7A87-EE534C36301D}"/>
          </ac:spMkLst>
        </pc:spChg>
        <pc:spChg chg="mod">
          <ac:chgData name="Maeva PEREZ" userId="1e0babfd-3e56-4d38-8700-086b3fe90ced" providerId="ADAL" clId="{01E04513-1E7F-5B46-B361-FD36B34049B2}" dt="2023-12-12T05:30:20.258" v="2207" actId="27803"/>
          <ac:spMkLst>
            <pc:docMk/>
            <pc:sldMk cId="2258721010" sldId="260"/>
            <ac:spMk id="140" creationId="{C2340982-574D-A2C8-551B-B1AAD347D403}"/>
          </ac:spMkLst>
        </pc:spChg>
        <pc:spChg chg="mod">
          <ac:chgData name="Maeva PEREZ" userId="1e0babfd-3e56-4d38-8700-086b3fe90ced" providerId="ADAL" clId="{01E04513-1E7F-5B46-B361-FD36B34049B2}" dt="2023-12-12T05:30:20.258" v="2207" actId="27803"/>
          <ac:spMkLst>
            <pc:docMk/>
            <pc:sldMk cId="2258721010" sldId="260"/>
            <ac:spMk id="141" creationId="{5B56CE09-EF41-5B1B-7F19-EDDA348D9E14}"/>
          </ac:spMkLst>
        </pc:spChg>
        <pc:spChg chg="mod">
          <ac:chgData name="Maeva PEREZ" userId="1e0babfd-3e56-4d38-8700-086b3fe90ced" providerId="ADAL" clId="{01E04513-1E7F-5B46-B361-FD36B34049B2}" dt="2023-12-12T05:30:20.258" v="2207" actId="27803"/>
          <ac:spMkLst>
            <pc:docMk/>
            <pc:sldMk cId="2258721010" sldId="260"/>
            <ac:spMk id="142" creationId="{1A54D575-CB5F-1518-B9D5-A4E7C066BA1C}"/>
          </ac:spMkLst>
        </pc:spChg>
        <pc:spChg chg="mod">
          <ac:chgData name="Maeva PEREZ" userId="1e0babfd-3e56-4d38-8700-086b3fe90ced" providerId="ADAL" clId="{01E04513-1E7F-5B46-B361-FD36B34049B2}" dt="2023-12-12T05:30:20.258" v="2207" actId="27803"/>
          <ac:spMkLst>
            <pc:docMk/>
            <pc:sldMk cId="2258721010" sldId="260"/>
            <ac:spMk id="143" creationId="{1199BF42-C974-F94B-02AB-98179F645C26}"/>
          </ac:spMkLst>
        </pc:spChg>
        <pc:spChg chg="mod">
          <ac:chgData name="Maeva PEREZ" userId="1e0babfd-3e56-4d38-8700-086b3fe90ced" providerId="ADAL" clId="{01E04513-1E7F-5B46-B361-FD36B34049B2}" dt="2023-12-12T05:30:20.258" v="2207" actId="27803"/>
          <ac:spMkLst>
            <pc:docMk/>
            <pc:sldMk cId="2258721010" sldId="260"/>
            <ac:spMk id="144" creationId="{C6755404-B1CD-418F-FAE7-345F8FC4D375}"/>
          </ac:spMkLst>
        </pc:spChg>
        <pc:spChg chg="mod">
          <ac:chgData name="Maeva PEREZ" userId="1e0babfd-3e56-4d38-8700-086b3fe90ced" providerId="ADAL" clId="{01E04513-1E7F-5B46-B361-FD36B34049B2}" dt="2023-12-12T05:30:20.258" v="2207" actId="27803"/>
          <ac:spMkLst>
            <pc:docMk/>
            <pc:sldMk cId="2258721010" sldId="260"/>
            <ac:spMk id="145" creationId="{385E8EDC-B497-48BC-EBFB-0E2E0220464E}"/>
          </ac:spMkLst>
        </pc:spChg>
        <pc:spChg chg="mod">
          <ac:chgData name="Maeva PEREZ" userId="1e0babfd-3e56-4d38-8700-086b3fe90ced" providerId="ADAL" clId="{01E04513-1E7F-5B46-B361-FD36B34049B2}" dt="2023-12-12T05:30:20.258" v="2207" actId="27803"/>
          <ac:spMkLst>
            <pc:docMk/>
            <pc:sldMk cId="2258721010" sldId="260"/>
            <ac:spMk id="147" creationId="{895D849A-02F8-A743-E736-240BD677B1B2}"/>
          </ac:spMkLst>
        </pc:spChg>
        <pc:spChg chg="mod">
          <ac:chgData name="Maeva PEREZ" userId="1e0babfd-3e56-4d38-8700-086b3fe90ced" providerId="ADAL" clId="{01E04513-1E7F-5B46-B361-FD36B34049B2}" dt="2023-12-12T05:30:20.258" v="2207" actId="27803"/>
          <ac:spMkLst>
            <pc:docMk/>
            <pc:sldMk cId="2258721010" sldId="260"/>
            <ac:spMk id="148" creationId="{39AD3B9E-9091-B235-227E-53F86BE77459}"/>
          </ac:spMkLst>
        </pc:spChg>
        <pc:spChg chg="mod">
          <ac:chgData name="Maeva PEREZ" userId="1e0babfd-3e56-4d38-8700-086b3fe90ced" providerId="ADAL" clId="{01E04513-1E7F-5B46-B361-FD36B34049B2}" dt="2023-12-12T05:30:20.258" v="2207" actId="27803"/>
          <ac:spMkLst>
            <pc:docMk/>
            <pc:sldMk cId="2258721010" sldId="260"/>
            <ac:spMk id="149" creationId="{4C6F3BA1-AFE2-884D-1562-F6BDB6587CEC}"/>
          </ac:spMkLst>
        </pc:spChg>
        <pc:spChg chg="mod">
          <ac:chgData name="Maeva PEREZ" userId="1e0babfd-3e56-4d38-8700-086b3fe90ced" providerId="ADAL" clId="{01E04513-1E7F-5B46-B361-FD36B34049B2}" dt="2023-12-12T05:30:20.258" v="2207" actId="27803"/>
          <ac:spMkLst>
            <pc:docMk/>
            <pc:sldMk cId="2258721010" sldId="260"/>
            <ac:spMk id="151" creationId="{7A8D2A0A-2862-E773-1CAB-3B7A1BC0A1ED}"/>
          </ac:spMkLst>
        </pc:spChg>
        <pc:spChg chg="mod">
          <ac:chgData name="Maeva PEREZ" userId="1e0babfd-3e56-4d38-8700-086b3fe90ced" providerId="ADAL" clId="{01E04513-1E7F-5B46-B361-FD36B34049B2}" dt="2023-12-12T05:30:20.258" v="2207" actId="27803"/>
          <ac:spMkLst>
            <pc:docMk/>
            <pc:sldMk cId="2258721010" sldId="260"/>
            <ac:spMk id="152" creationId="{C229378D-9DEB-1AD4-1EB1-59B59D9DFDE7}"/>
          </ac:spMkLst>
        </pc:spChg>
        <pc:spChg chg="mod">
          <ac:chgData name="Maeva PEREZ" userId="1e0babfd-3e56-4d38-8700-086b3fe90ced" providerId="ADAL" clId="{01E04513-1E7F-5B46-B361-FD36B34049B2}" dt="2023-12-12T05:30:20.258" v="2207" actId="27803"/>
          <ac:spMkLst>
            <pc:docMk/>
            <pc:sldMk cId="2258721010" sldId="260"/>
            <ac:spMk id="153" creationId="{F3C33631-DE11-178C-DCDF-D38B45D062F8}"/>
          </ac:spMkLst>
        </pc:spChg>
        <pc:spChg chg="mod">
          <ac:chgData name="Maeva PEREZ" userId="1e0babfd-3e56-4d38-8700-086b3fe90ced" providerId="ADAL" clId="{01E04513-1E7F-5B46-B361-FD36B34049B2}" dt="2023-12-12T05:30:20.258" v="2207" actId="27803"/>
          <ac:spMkLst>
            <pc:docMk/>
            <pc:sldMk cId="2258721010" sldId="260"/>
            <ac:spMk id="154" creationId="{A60381AB-6429-C163-25B6-220F848CD9F3}"/>
          </ac:spMkLst>
        </pc:spChg>
        <pc:spChg chg="mod">
          <ac:chgData name="Maeva PEREZ" userId="1e0babfd-3e56-4d38-8700-086b3fe90ced" providerId="ADAL" clId="{01E04513-1E7F-5B46-B361-FD36B34049B2}" dt="2023-12-12T05:30:20.258" v="2207" actId="27803"/>
          <ac:spMkLst>
            <pc:docMk/>
            <pc:sldMk cId="2258721010" sldId="260"/>
            <ac:spMk id="155" creationId="{3B96C952-8477-7757-324D-33D1635AA3E0}"/>
          </ac:spMkLst>
        </pc:spChg>
        <pc:spChg chg="mod">
          <ac:chgData name="Maeva PEREZ" userId="1e0babfd-3e56-4d38-8700-086b3fe90ced" providerId="ADAL" clId="{01E04513-1E7F-5B46-B361-FD36B34049B2}" dt="2023-12-12T05:30:20.258" v="2207" actId="27803"/>
          <ac:spMkLst>
            <pc:docMk/>
            <pc:sldMk cId="2258721010" sldId="260"/>
            <ac:spMk id="156" creationId="{A9EE94AD-BF1C-1C0B-1A0F-7C2A8022496F}"/>
          </ac:spMkLst>
        </pc:spChg>
        <pc:spChg chg="mod">
          <ac:chgData name="Maeva PEREZ" userId="1e0babfd-3e56-4d38-8700-086b3fe90ced" providerId="ADAL" clId="{01E04513-1E7F-5B46-B361-FD36B34049B2}" dt="2023-12-12T05:30:20.258" v="2207" actId="27803"/>
          <ac:spMkLst>
            <pc:docMk/>
            <pc:sldMk cId="2258721010" sldId="260"/>
            <ac:spMk id="157" creationId="{F7BF4617-FAF4-5171-D947-F5BD7214592A}"/>
          </ac:spMkLst>
        </pc:spChg>
        <pc:spChg chg="mod">
          <ac:chgData name="Maeva PEREZ" userId="1e0babfd-3e56-4d38-8700-086b3fe90ced" providerId="ADAL" clId="{01E04513-1E7F-5B46-B361-FD36B34049B2}" dt="2023-12-12T05:30:20.258" v="2207" actId="27803"/>
          <ac:spMkLst>
            <pc:docMk/>
            <pc:sldMk cId="2258721010" sldId="260"/>
            <ac:spMk id="158" creationId="{EC2C909A-42D5-BBB6-6F6A-BC0A5D6D98BD}"/>
          </ac:spMkLst>
        </pc:spChg>
        <pc:spChg chg="mod">
          <ac:chgData name="Maeva PEREZ" userId="1e0babfd-3e56-4d38-8700-086b3fe90ced" providerId="ADAL" clId="{01E04513-1E7F-5B46-B361-FD36B34049B2}" dt="2023-12-12T05:30:25.583" v="2208" actId="164"/>
          <ac:spMkLst>
            <pc:docMk/>
            <pc:sldMk cId="2258721010" sldId="260"/>
            <ac:spMk id="159" creationId="{11F4D71B-F27B-9B99-10E9-BDD0C12655F6}"/>
          </ac:spMkLst>
        </pc:spChg>
        <pc:spChg chg="add mod ord">
          <ac:chgData name="Maeva PEREZ" userId="1e0babfd-3e56-4d38-8700-086b3fe90ced" providerId="ADAL" clId="{01E04513-1E7F-5B46-B361-FD36B34049B2}" dt="2023-12-13T02:56:12.091" v="2647"/>
          <ac:spMkLst>
            <pc:docMk/>
            <pc:sldMk cId="2258721010" sldId="260"/>
            <ac:spMk id="161" creationId="{5F6EB42C-1F1E-D954-0AC4-71BF8713F38A}"/>
          </ac:spMkLst>
        </pc:spChg>
        <pc:grpChg chg="del mod">
          <ac:chgData name="Maeva PEREZ" userId="1e0babfd-3e56-4d38-8700-086b3fe90ced" providerId="ADAL" clId="{01E04513-1E7F-5B46-B361-FD36B34049B2}" dt="2023-12-12T05:30:20.258" v="2207" actId="27803"/>
          <ac:grpSpMkLst>
            <pc:docMk/>
            <pc:sldMk cId="2258721010" sldId="260"/>
            <ac:grpSpMk id="6" creationId="{3003126E-DBB9-74C8-9C67-36BE9D831487}"/>
          </ac:grpSpMkLst>
        </pc:grpChg>
        <pc:grpChg chg="mod">
          <ac:chgData name="Maeva PEREZ" userId="1e0babfd-3e56-4d38-8700-086b3fe90ced" providerId="ADAL" clId="{01E04513-1E7F-5B46-B361-FD36B34049B2}" dt="2023-12-12T05:30:25.583" v="2208" actId="164"/>
          <ac:grpSpMkLst>
            <pc:docMk/>
            <pc:sldMk cId="2258721010" sldId="260"/>
            <ac:grpSpMk id="20" creationId="{68A8F6AB-8B73-C2B1-1A60-5550E057F849}"/>
          </ac:grpSpMkLst>
        </pc:grpChg>
        <pc:grpChg chg="mod">
          <ac:chgData name="Maeva PEREZ" userId="1e0babfd-3e56-4d38-8700-086b3fe90ced" providerId="ADAL" clId="{01E04513-1E7F-5B46-B361-FD36B34049B2}" dt="2023-12-12T05:30:20.258" v="2207" actId="27803"/>
          <ac:grpSpMkLst>
            <pc:docMk/>
            <pc:sldMk cId="2258721010" sldId="260"/>
            <ac:grpSpMk id="22" creationId="{FC1AD8C3-8EF7-17FA-4429-0CBAC71E1BD7}"/>
          </ac:grpSpMkLst>
        </pc:grpChg>
        <pc:grpChg chg="mod">
          <ac:chgData name="Maeva PEREZ" userId="1e0babfd-3e56-4d38-8700-086b3fe90ced" providerId="ADAL" clId="{01E04513-1E7F-5B46-B361-FD36B34049B2}" dt="2023-12-12T05:30:20.258" v="2207" actId="27803"/>
          <ac:grpSpMkLst>
            <pc:docMk/>
            <pc:sldMk cId="2258721010" sldId="260"/>
            <ac:grpSpMk id="24" creationId="{EE13F244-5925-D410-85BD-0D295353914F}"/>
          </ac:grpSpMkLst>
        </pc:grpChg>
        <pc:grpChg chg="mod">
          <ac:chgData name="Maeva PEREZ" userId="1e0babfd-3e56-4d38-8700-086b3fe90ced" providerId="ADAL" clId="{01E04513-1E7F-5B46-B361-FD36B34049B2}" dt="2023-12-12T05:30:20.258" v="2207" actId="27803"/>
          <ac:grpSpMkLst>
            <pc:docMk/>
            <pc:sldMk cId="2258721010" sldId="260"/>
            <ac:grpSpMk id="43" creationId="{D2F12FD4-D0D8-5B53-6012-6BEF69E29932}"/>
          </ac:grpSpMkLst>
        </pc:grpChg>
        <pc:grpChg chg="mod">
          <ac:chgData name="Maeva PEREZ" userId="1e0babfd-3e56-4d38-8700-086b3fe90ced" providerId="ADAL" clId="{01E04513-1E7F-5B46-B361-FD36B34049B2}" dt="2023-12-12T05:30:25.583" v="2208" actId="164"/>
          <ac:grpSpMkLst>
            <pc:docMk/>
            <pc:sldMk cId="2258721010" sldId="260"/>
            <ac:grpSpMk id="64" creationId="{7FD1D4BC-1321-BB8C-F541-26BA5E704871}"/>
          </ac:grpSpMkLst>
        </pc:grpChg>
        <pc:grpChg chg="mod">
          <ac:chgData name="Maeva PEREZ" userId="1e0babfd-3e56-4d38-8700-086b3fe90ced" providerId="ADAL" clId="{01E04513-1E7F-5B46-B361-FD36B34049B2}" dt="2023-12-12T05:30:20.258" v="2207" actId="27803"/>
          <ac:grpSpMkLst>
            <pc:docMk/>
            <pc:sldMk cId="2258721010" sldId="260"/>
            <ac:grpSpMk id="65" creationId="{F47357B0-2516-A04C-4757-841C1E87785B}"/>
          </ac:grpSpMkLst>
        </pc:grpChg>
        <pc:grpChg chg="mod">
          <ac:chgData name="Maeva PEREZ" userId="1e0babfd-3e56-4d38-8700-086b3fe90ced" providerId="ADAL" clId="{01E04513-1E7F-5B46-B361-FD36B34049B2}" dt="2023-12-12T05:30:25.583" v="2208" actId="164"/>
          <ac:grpSpMkLst>
            <pc:docMk/>
            <pc:sldMk cId="2258721010" sldId="260"/>
            <ac:grpSpMk id="82" creationId="{A7C3C221-FE73-2A32-1C66-905F39683FC7}"/>
          </ac:grpSpMkLst>
        </pc:grpChg>
        <pc:grpChg chg="mod">
          <ac:chgData name="Maeva PEREZ" userId="1e0babfd-3e56-4d38-8700-086b3fe90ced" providerId="ADAL" clId="{01E04513-1E7F-5B46-B361-FD36B34049B2}" dt="2023-12-12T05:30:20.258" v="2207" actId="27803"/>
          <ac:grpSpMkLst>
            <pc:docMk/>
            <pc:sldMk cId="2258721010" sldId="260"/>
            <ac:grpSpMk id="85" creationId="{6623A2DA-DD3E-684F-D1B1-413B7F8385E7}"/>
          </ac:grpSpMkLst>
        </pc:grpChg>
        <pc:grpChg chg="mod">
          <ac:chgData name="Maeva PEREZ" userId="1e0babfd-3e56-4d38-8700-086b3fe90ced" providerId="ADAL" clId="{01E04513-1E7F-5B46-B361-FD36B34049B2}" dt="2023-12-12T05:30:20.258" v="2207" actId="27803"/>
          <ac:grpSpMkLst>
            <pc:docMk/>
            <pc:sldMk cId="2258721010" sldId="260"/>
            <ac:grpSpMk id="88" creationId="{6899F22F-3F4F-676A-38AE-83D7007BCACE}"/>
          </ac:grpSpMkLst>
        </pc:grpChg>
        <pc:grpChg chg="mod">
          <ac:chgData name="Maeva PEREZ" userId="1e0babfd-3e56-4d38-8700-086b3fe90ced" providerId="ADAL" clId="{01E04513-1E7F-5B46-B361-FD36B34049B2}" dt="2023-12-12T05:30:20.258" v="2207" actId="27803"/>
          <ac:grpSpMkLst>
            <pc:docMk/>
            <pc:sldMk cId="2258721010" sldId="260"/>
            <ac:grpSpMk id="91" creationId="{C32358FD-41B4-C381-1C05-17DE1164F433}"/>
          </ac:grpSpMkLst>
        </pc:grpChg>
        <pc:grpChg chg="del mod">
          <ac:chgData name="Maeva PEREZ" userId="1e0babfd-3e56-4d38-8700-086b3fe90ced" providerId="ADAL" clId="{01E04513-1E7F-5B46-B361-FD36B34049B2}" dt="2023-12-12T05:30:20.258" v="2207" actId="27803"/>
          <ac:grpSpMkLst>
            <pc:docMk/>
            <pc:sldMk cId="2258721010" sldId="260"/>
            <ac:grpSpMk id="94" creationId="{D1431111-E628-FE20-9521-DB455698C770}"/>
          </ac:grpSpMkLst>
        </pc:grpChg>
        <pc:grpChg chg="del mod">
          <ac:chgData name="Maeva PEREZ" userId="1e0babfd-3e56-4d38-8700-086b3fe90ced" providerId="ADAL" clId="{01E04513-1E7F-5B46-B361-FD36B34049B2}" dt="2023-12-12T05:30:20.258" v="2207" actId="27803"/>
          <ac:grpSpMkLst>
            <pc:docMk/>
            <pc:sldMk cId="2258721010" sldId="260"/>
            <ac:grpSpMk id="105" creationId="{8B85C9C1-5DA3-6403-AEC0-F0DD31E289DD}"/>
          </ac:grpSpMkLst>
        </pc:grpChg>
        <pc:grpChg chg="mod">
          <ac:chgData name="Maeva PEREZ" userId="1e0babfd-3e56-4d38-8700-086b3fe90ced" providerId="ADAL" clId="{01E04513-1E7F-5B46-B361-FD36B34049B2}" dt="2023-12-12T05:30:25.583" v="2208" actId="164"/>
          <ac:grpSpMkLst>
            <pc:docMk/>
            <pc:sldMk cId="2258721010" sldId="260"/>
            <ac:grpSpMk id="110" creationId="{EB7C1E67-0FD3-5328-023F-0752526B9BF8}"/>
          </ac:grpSpMkLst>
        </pc:grpChg>
        <pc:grpChg chg="mod">
          <ac:chgData name="Maeva PEREZ" userId="1e0babfd-3e56-4d38-8700-086b3fe90ced" providerId="ADAL" clId="{01E04513-1E7F-5B46-B361-FD36B34049B2}" dt="2023-12-12T05:30:20.258" v="2207" actId="27803"/>
          <ac:grpSpMkLst>
            <pc:docMk/>
            <pc:sldMk cId="2258721010" sldId="260"/>
            <ac:grpSpMk id="112" creationId="{3BECA2DB-7479-E6A9-AA4B-6D4002A21639}"/>
          </ac:grpSpMkLst>
        </pc:grpChg>
        <pc:grpChg chg="mod">
          <ac:chgData name="Maeva PEREZ" userId="1e0babfd-3e56-4d38-8700-086b3fe90ced" providerId="ADAL" clId="{01E04513-1E7F-5B46-B361-FD36B34049B2}" dt="2023-12-12T05:30:20.258" v="2207" actId="27803"/>
          <ac:grpSpMkLst>
            <pc:docMk/>
            <pc:sldMk cId="2258721010" sldId="260"/>
            <ac:grpSpMk id="117" creationId="{E88198CF-B6EC-442B-7A38-8D560A5AD6A2}"/>
          </ac:grpSpMkLst>
        </pc:grpChg>
        <pc:grpChg chg="mod">
          <ac:chgData name="Maeva PEREZ" userId="1e0babfd-3e56-4d38-8700-086b3fe90ced" providerId="ADAL" clId="{01E04513-1E7F-5B46-B361-FD36B34049B2}" dt="2023-12-12T05:30:25.583" v="2208" actId="164"/>
          <ac:grpSpMkLst>
            <pc:docMk/>
            <pc:sldMk cId="2258721010" sldId="260"/>
            <ac:grpSpMk id="124" creationId="{C856C976-4DFD-6842-1FD4-97B8CDEB3196}"/>
          </ac:grpSpMkLst>
        </pc:grpChg>
        <pc:grpChg chg="mod">
          <ac:chgData name="Maeva PEREZ" userId="1e0babfd-3e56-4d38-8700-086b3fe90ced" providerId="ADAL" clId="{01E04513-1E7F-5B46-B361-FD36B34049B2}" dt="2023-12-12T05:30:20.258" v="2207" actId="27803"/>
          <ac:grpSpMkLst>
            <pc:docMk/>
            <pc:sldMk cId="2258721010" sldId="260"/>
            <ac:grpSpMk id="127" creationId="{09316362-BAFF-8E4C-AC52-23B096A38FD1}"/>
          </ac:grpSpMkLst>
        </pc:grpChg>
        <pc:grpChg chg="mod">
          <ac:chgData name="Maeva PEREZ" userId="1e0babfd-3e56-4d38-8700-086b3fe90ced" providerId="ADAL" clId="{01E04513-1E7F-5B46-B361-FD36B34049B2}" dt="2023-12-12T05:30:25.583" v="2208" actId="164"/>
          <ac:grpSpMkLst>
            <pc:docMk/>
            <pc:sldMk cId="2258721010" sldId="260"/>
            <ac:grpSpMk id="130" creationId="{087FEFD4-EE5F-BBB6-22F9-B4007F3F4123}"/>
          </ac:grpSpMkLst>
        </pc:grpChg>
        <pc:grpChg chg="mod">
          <ac:chgData name="Maeva PEREZ" userId="1e0babfd-3e56-4d38-8700-086b3fe90ced" providerId="ADAL" clId="{01E04513-1E7F-5B46-B361-FD36B34049B2}" dt="2023-12-12T05:30:20.258" v="2207" actId="27803"/>
          <ac:grpSpMkLst>
            <pc:docMk/>
            <pc:sldMk cId="2258721010" sldId="260"/>
            <ac:grpSpMk id="131" creationId="{62C4B037-B02F-C0A4-0A90-9C2C2518C44D}"/>
          </ac:grpSpMkLst>
        </pc:grpChg>
        <pc:grpChg chg="mod">
          <ac:chgData name="Maeva PEREZ" userId="1e0babfd-3e56-4d38-8700-086b3fe90ced" providerId="ADAL" clId="{01E04513-1E7F-5B46-B361-FD36B34049B2}" dt="2023-12-12T05:30:20.258" v="2207" actId="27803"/>
          <ac:grpSpMkLst>
            <pc:docMk/>
            <pc:sldMk cId="2258721010" sldId="260"/>
            <ac:grpSpMk id="146" creationId="{4CE5E5C7-93DC-206E-9EA3-A255D60435C0}"/>
          </ac:grpSpMkLst>
        </pc:grpChg>
        <pc:grpChg chg="mod">
          <ac:chgData name="Maeva PEREZ" userId="1e0babfd-3e56-4d38-8700-086b3fe90ced" providerId="ADAL" clId="{01E04513-1E7F-5B46-B361-FD36B34049B2}" dt="2023-12-12T05:30:20.258" v="2207" actId="27803"/>
          <ac:grpSpMkLst>
            <pc:docMk/>
            <pc:sldMk cId="2258721010" sldId="260"/>
            <ac:grpSpMk id="150" creationId="{0C4D9DDB-A297-35AC-A1A6-B89ED17AAD90}"/>
          </ac:grpSpMkLst>
        </pc:grpChg>
        <pc:grpChg chg="add del mod">
          <ac:chgData name="Maeva PEREZ" userId="1e0babfd-3e56-4d38-8700-086b3fe90ced" providerId="ADAL" clId="{01E04513-1E7F-5B46-B361-FD36B34049B2}" dt="2023-12-12T05:34:01.972" v="2441" actId="478"/>
          <ac:grpSpMkLst>
            <pc:docMk/>
            <pc:sldMk cId="2258721010" sldId="260"/>
            <ac:grpSpMk id="160" creationId="{2B3F04AB-3DEF-4F9A-C27F-D6E673393E44}"/>
          </ac:grpSpMkLst>
        </pc:grpChg>
        <pc:picChg chg="add del mod">
          <ac:chgData name="Maeva PEREZ" userId="1e0babfd-3e56-4d38-8700-086b3fe90ced" providerId="ADAL" clId="{01E04513-1E7F-5B46-B361-FD36B34049B2}" dt="2023-12-12T05:30:20.258" v="2207" actId="27803"/>
          <ac:picMkLst>
            <pc:docMk/>
            <pc:sldMk cId="2258721010" sldId="260"/>
            <ac:picMk id="5" creationId="{559806A3-33E5-56BA-21C7-F762B491D540}"/>
          </ac:picMkLst>
        </pc:picChg>
        <pc:picChg chg="add del mod">
          <ac:chgData name="Maeva PEREZ" userId="1e0babfd-3e56-4d38-8700-086b3fe90ced" providerId="ADAL" clId="{01E04513-1E7F-5B46-B361-FD36B34049B2}" dt="2023-12-12T05:30:20.258" v="2207" actId="27803"/>
          <ac:picMkLst>
            <pc:docMk/>
            <pc:sldMk cId="2258721010" sldId="260"/>
            <ac:picMk id="7" creationId="{57FCBFBE-4540-17D8-01D0-D4391A5C930F}"/>
          </ac:picMkLst>
        </pc:picChg>
        <pc:picChg chg="add del mod">
          <ac:chgData name="Maeva PEREZ" userId="1e0babfd-3e56-4d38-8700-086b3fe90ced" providerId="ADAL" clId="{01E04513-1E7F-5B46-B361-FD36B34049B2}" dt="2023-12-12T05:30:20.258" v="2207" actId="27803"/>
          <ac:picMkLst>
            <pc:docMk/>
            <pc:sldMk cId="2258721010" sldId="260"/>
            <ac:picMk id="9" creationId="{1140AFFC-637E-625E-39A2-EA65156B794F}"/>
          </ac:picMkLst>
        </pc:picChg>
        <pc:picChg chg="add del mod">
          <ac:chgData name="Maeva PEREZ" userId="1e0babfd-3e56-4d38-8700-086b3fe90ced" providerId="ADAL" clId="{01E04513-1E7F-5B46-B361-FD36B34049B2}" dt="2023-12-12T05:30:20.258" v="2207" actId="27803"/>
          <ac:picMkLst>
            <pc:docMk/>
            <pc:sldMk cId="2258721010" sldId="260"/>
            <ac:picMk id="11" creationId="{11F4D71B-F27B-9B99-10E9-BDD0C12655F6}"/>
          </ac:picMkLst>
        </pc:picChg>
        <pc:picChg chg="add del mod">
          <ac:chgData name="Maeva PEREZ" userId="1e0babfd-3e56-4d38-8700-086b3fe90ced" providerId="ADAL" clId="{01E04513-1E7F-5B46-B361-FD36B34049B2}" dt="2023-12-12T05:30:20.258" v="2207" actId="27803"/>
          <ac:picMkLst>
            <pc:docMk/>
            <pc:sldMk cId="2258721010" sldId="260"/>
            <ac:picMk id="13" creationId="{7D37728A-9623-3617-910A-0614F30DAE2F}"/>
          </ac:picMkLst>
        </pc:picChg>
        <pc:picChg chg="add del mod">
          <ac:chgData name="Maeva PEREZ" userId="1e0babfd-3e56-4d38-8700-086b3fe90ced" providerId="ADAL" clId="{01E04513-1E7F-5B46-B361-FD36B34049B2}" dt="2023-12-12T05:30:20.258" v="2207" actId="27803"/>
          <ac:picMkLst>
            <pc:docMk/>
            <pc:sldMk cId="2258721010" sldId="260"/>
            <ac:picMk id="15" creationId="{E1803EA9-339B-DA0E-02E4-B8D7DF4A6588}"/>
          </ac:picMkLst>
        </pc:picChg>
        <pc:picChg chg="add del mod">
          <ac:chgData name="Maeva PEREZ" userId="1e0babfd-3e56-4d38-8700-086b3fe90ced" providerId="ADAL" clId="{01E04513-1E7F-5B46-B361-FD36B34049B2}" dt="2023-12-12T05:30:20.258" v="2207" actId="27803"/>
          <ac:picMkLst>
            <pc:docMk/>
            <pc:sldMk cId="2258721010" sldId="260"/>
            <ac:picMk id="17" creationId="{D6306D79-F2A8-0756-B7A5-7A8BF5EA3139}"/>
          </ac:picMkLst>
        </pc:picChg>
        <pc:picChg chg="add del mod">
          <ac:chgData name="Maeva PEREZ" userId="1e0babfd-3e56-4d38-8700-086b3fe90ced" providerId="ADAL" clId="{01E04513-1E7F-5B46-B361-FD36B34049B2}" dt="2023-12-12T05:30:20.258" v="2207" actId="27803"/>
          <ac:picMkLst>
            <pc:docMk/>
            <pc:sldMk cId="2258721010" sldId="260"/>
            <ac:picMk id="19" creationId="{B763E574-E1F6-1B8E-A63E-A55F020BA56E}"/>
          </ac:picMkLst>
        </pc:picChg>
        <pc:picChg chg="add del mod">
          <ac:chgData name="Maeva PEREZ" userId="1e0babfd-3e56-4d38-8700-086b3fe90ced" providerId="ADAL" clId="{01E04513-1E7F-5B46-B361-FD36B34049B2}" dt="2023-12-12T05:30:20.258" v="2207" actId="27803"/>
          <ac:picMkLst>
            <pc:docMk/>
            <pc:sldMk cId="2258721010" sldId="260"/>
            <ac:picMk id="21" creationId="{64617D7E-42AF-FFDF-FFA9-EFF05B6BD119}"/>
          </ac:picMkLst>
        </pc:picChg>
        <pc:picChg chg="add del mod">
          <ac:chgData name="Maeva PEREZ" userId="1e0babfd-3e56-4d38-8700-086b3fe90ced" providerId="ADAL" clId="{01E04513-1E7F-5B46-B361-FD36B34049B2}" dt="2023-12-12T05:30:20.258" v="2207" actId="27803"/>
          <ac:picMkLst>
            <pc:docMk/>
            <pc:sldMk cId="2258721010" sldId="260"/>
            <ac:picMk id="23" creationId="{C9617049-7E0C-7554-B8EB-91FD17BAA4F8}"/>
          </ac:picMkLst>
        </pc:picChg>
        <pc:picChg chg="add del mod">
          <ac:chgData name="Maeva PEREZ" userId="1e0babfd-3e56-4d38-8700-086b3fe90ced" providerId="ADAL" clId="{01E04513-1E7F-5B46-B361-FD36B34049B2}" dt="2023-12-12T05:30:20.258" v="2207" actId="27803"/>
          <ac:picMkLst>
            <pc:docMk/>
            <pc:sldMk cId="2258721010" sldId="260"/>
            <ac:picMk id="25" creationId="{6CFF012B-4308-8380-E506-32739923641D}"/>
          </ac:picMkLst>
        </pc:picChg>
        <pc:picChg chg="add del mod">
          <ac:chgData name="Maeva PEREZ" userId="1e0babfd-3e56-4d38-8700-086b3fe90ced" providerId="ADAL" clId="{01E04513-1E7F-5B46-B361-FD36B34049B2}" dt="2023-12-11T10:02:09.460" v="1267" actId="478"/>
          <ac:picMkLst>
            <pc:docMk/>
            <pc:sldMk cId="2258721010" sldId="260"/>
            <ac:picMk id="27" creationId="{02970558-2CE6-4405-8DA8-503618D5A802}"/>
          </ac:picMkLst>
        </pc:picChg>
        <pc:picChg chg="add del mod">
          <ac:chgData name="Maeva PEREZ" userId="1e0babfd-3e56-4d38-8700-086b3fe90ced" providerId="ADAL" clId="{01E04513-1E7F-5B46-B361-FD36B34049B2}" dt="2023-12-12T05:58:03.595" v="2446" actId="478"/>
          <ac:picMkLst>
            <pc:docMk/>
            <pc:sldMk cId="2258721010" sldId="260"/>
            <ac:picMk id="29" creationId="{B5AB9044-0ED8-D8C5-DC9F-87F5B669C101}"/>
          </ac:picMkLst>
        </pc:picChg>
        <pc:picChg chg="add del mod">
          <ac:chgData name="Maeva PEREZ" userId="1e0babfd-3e56-4d38-8700-086b3fe90ced" providerId="ADAL" clId="{01E04513-1E7F-5B46-B361-FD36B34049B2}" dt="2023-12-12T06:06:04.401" v="2473" actId="478"/>
          <ac:picMkLst>
            <pc:docMk/>
            <pc:sldMk cId="2258721010" sldId="260"/>
            <ac:picMk id="163" creationId="{DCE1845C-AFE5-1114-E213-375C884430DC}"/>
          </ac:picMkLst>
        </pc:picChg>
        <pc:picChg chg="add del mod">
          <ac:chgData name="Maeva PEREZ" userId="1e0babfd-3e56-4d38-8700-086b3fe90ced" providerId="ADAL" clId="{01E04513-1E7F-5B46-B361-FD36B34049B2}" dt="2023-12-12T06:06:05.152" v="2474" actId="478"/>
          <ac:picMkLst>
            <pc:docMk/>
            <pc:sldMk cId="2258721010" sldId="260"/>
            <ac:picMk id="165" creationId="{E2B831ED-FAF8-4B5D-5E77-02250FDF55C9}"/>
          </ac:picMkLst>
        </pc:picChg>
        <pc:picChg chg="add mod">
          <ac:chgData name="Maeva PEREZ" userId="1e0babfd-3e56-4d38-8700-086b3fe90ced" providerId="ADAL" clId="{01E04513-1E7F-5B46-B361-FD36B34049B2}" dt="2023-12-12T06:07:26.114" v="2506" actId="1038"/>
          <ac:picMkLst>
            <pc:docMk/>
            <pc:sldMk cId="2258721010" sldId="260"/>
            <ac:picMk id="167" creationId="{85F3D35F-6DE5-130A-9D17-4B1B0EE8FB98}"/>
          </ac:picMkLst>
        </pc:picChg>
        <pc:picChg chg="add mod">
          <ac:chgData name="Maeva PEREZ" userId="1e0babfd-3e56-4d38-8700-086b3fe90ced" providerId="ADAL" clId="{01E04513-1E7F-5B46-B361-FD36B34049B2}" dt="2023-12-12T06:07:26.114" v="2506" actId="1038"/>
          <ac:picMkLst>
            <pc:docMk/>
            <pc:sldMk cId="2258721010" sldId="260"/>
            <ac:picMk id="169" creationId="{B3952FEB-7285-EC6B-17A3-9C256B3EDBAA}"/>
          </ac:picMkLst>
        </pc:picChg>
      </pc:sldChg>
      <pc:sldChg chg="addSp delSp modSp new mod">
        <pc:chgData name="Maeva PEREZ" userId="1e0babfd-3e56-4d38-8700-086b3fe90ced" providerId="ADAL" clId="{01E04513-1E7F-5B46-B361-FD36B34049B2}" dt="2023-12-12T06:40:36.954" v="2627" actId="20577"/>
        <pc:sldMkLst>
          <pc:docMk/>
          <pc:sldMk cId="2047349264" sldId="261"/>
        </pc:sldMkLst>
        <pc:spChg chg="mod">
          <ac:chgData name="Maeva PEREZ" userId="1e0babfd-3e56-4d38-8700-086b3fe90ced" providerId="ADAL" clId="{01E04513-1E7F-5B46-B361-FD36B34049B2}" dt="2023-12-12T06:40:36.954" v="2627" actId="20577"/>
          <ac:spMkLst>
            <pc:docMk/>
            <pc:sldMk cId="2047349264" sldId="261"/>
            <ac:spMk id="2" creationId="{0B662322-A8AF-393F-6536-A98987F8BB95}"/>
          </ac:spMkLst>
        </pc:spChg>
        <pc:spChg chg="mod">
          <ac:chgData name="Maeva PEREZ" userId="1e0babfd-3e56-4d38-8700-086b3fe90ced" providerId="ADAL" clId="{01E04513-1E7F-5B46-B361-FD36B34049B2}" dt="2023-12-11T10:11:24.761" v="1405" actId="20577"/>
          <ac:spMkLst>
            <pc:docMk/>
            <pc:sldMk cId="2047349264" sldId="261"/>
            <ac:spMk id="3" creationId="{BD5E18F0-663A-2A22-EE19-1A52D3F7B2A5}"/>
          </ac:spMkLst>
        </pc:spChg>
        <pc:picChg chg="add del mod">
          <ac:chgData name="Maeva PEREZ" userId="1e0babfd-3e56-4d38-8700-086b3fe90ced" providerId="ADAL" clId="{01E04513-1E7F-5B46-B361-FD36B34049B2}" dt="2023-12-12T06:10:40.029" v="2514" actId="21"/>
          <ac:picMkLst>
            <pc:docMk/>
            <pc:sldMk cId="2047349264" sldId="261"/>
            <ac:picMk id="5" creationId="{B3A7393E-C9BC-8B02-2120-FAB44FD7B5BA}"/>
          </ac:picMkLst>
        </pc:picChg>
      </pc:sldChg>
      <pc:sldChg chg="addSp delSp modSp new mod">
        <pc:chgData name="Maeva PEREZ" userId="1e0babfd-3e56-4d38-8700-086b3fe90ced" providerId="ADAL" clId="{01E04513-1E7F-5B46-B361-FD36B34049B2}" dt="2023-12-12T06:08:35.754" v="2510" actId="1076"/>
        <pc:sldMkLst>
          <pc:docMk/>
          <pc:sldMk cId="1781340977" sldId="262"/>
        </pc:sldMkLst>
        <pc:spChg chg="mod">
          <ac:chgData name="Maeva PEREZ" userId="1e0babfd-3e56-4d38-8700-086b3fe90ced" providerId="ADAL" clId="{01E04513-1E7F-5B46-B361-FD36B34049B2}" dt="2023-12-12T06:03:59.281" v="2472" actId="20577"/>
          <ac:spMkLst>
            <pc:docMk/>
            <pc:sldMk cId="1781340977" sldId="262"/>
            <ac:spMk id="2" creationId="{BDE30AD5-129F-F6A1-EA1E-7F0DC30735A2}"/>
          </ac:spMkLst>
        </pc:spChg>
        <pc:spChg chg="del">
          <ac:chgData name="Maeva PEREZ" userId="1e0babfd-3e56-4d38-8700-086b3fe90ced" providerId="ADAL" clId="{01E04513-1E7F-5B46-B361-FD36B34049B2}" dt="2023-12-12T06:08:25.266" v="2507"/>
          <ac:spMkLst>
            <pc:docMk/>
            <pc:sldMk cId="1781340977" sldId="262"/>
            <ac:spMk id="3" creationId="{BD9C6D60-F02D-1F69-B77F-7D4FADED03AD}"/>
          </ac:spMkLst>
        </pc:spChg>
        <pc:picChg chg="add mod">
          <ac:chgData name="Maeva PEREZ" userId="1e0babfd-3e56-4d38-8700-086b3fe90ced" providerId="ADAL" clId="{01E04513-1E7F-5B46-B361-FD36B34049B2}" dt="2023-12-12T06:08:35.754" v="2510" actId="1076"/>
          <ac:picMkLst>
            <pc:docMk/>
            <pc:sldMk cId="1781340977" sldId="262"/>
            <ac:picMk id="5" creationId="{046A1375-E150-6EFD-CAE8-28FA438F0B4B}"/>
          </ac:picMkLst>
        </pc:picChg>
      </pc:sldChg>
      <pc:sldChg chg="modSp new mod">
        <pc:chgData name="Maeva PEREZ" userId="1e0babfd-3e56-4d38-8700-086b3fe90ced" providerId="ADAL" clId="{01E04513-1E7F-5B46-B361-FD36B34049B2}" dt="2023-12-12T06:40:44.487" v="2630" actId="20577"/>
        <pc:sldMkLst>
          <pc:docMk/>
          <pc:sldMk cId="2927342230" sldId="263"/>
        </pc:sldMkLst>
        <pc:spChg chg="mod">
          <ac:chgData name="Maeva PEREZ" userId="1e0babfd-3e56-4d38-8700-086b3fe90ced" providerId="ADAL" clId="{01E04513-1E7F-5B46-B361-FD36B34049B2}" dt="2023-12-12T06:40:44.487" v="2630" actId="20577"/>
          <ac:spMkLst>
            <pc:docMk/>
            <pc:sldMk cId="2927342230" sldId="263"/>
            <ac:spMk id="2" creationId="{8266C058-8C21-44BC-291A-2C2340BDD2F2}"/>
          </ac:spMkLst>
        </pc:spChg>
      </pc:sldChg>
      <pc:sldChg chg="modSp new mod">
        <pc:chgData name="Maeva PEREZ" userId="1e0babfd-3e56-4d38-8700-086b3fe90ced" providerId="ADAL" clId="{01E04513-1E7F-5B46-B361-FD36B34049B2}" dt="2023-12-11T10:13:49.400" v="1505" actId="20577"/>
        <pc:sldMkLst>
          <pc:docMk/>
          <pc:sldMk cId="1265282395" sldId="264"/>
        </pc:sldMkLst>
        <pc:spChg chg="mod">
          <ac:chgData name="Maeva PEREZ" userId="1e0babfd-3e56-4d38-8700-086b3fe90ced" providerId="ADAL" clId="{01E04513-1E7F-5B46-B361-FD36B34049B2}" dt="2023-12-11T10:13:49.400" v="1505" actId="20577"/>
          <ac:spMkLst>
            <pc:docMk/>
            <pc:sldMk cId="1265282395" sldId="264"/>
            <ac:spMk id="2" creationId="{E78098CE-63F3-2953-F5A5-2A41F10A5D83}"/>
          </ac:spMkLst>
        </pc:spChg>
      </pc:sldChg>
      <pc:sldChg chg="addSp delSp modSp new mod">
        <pc:chgData name="Maeva PEREZ" userId="1e0babfd-3e56-4d38-8700-086b3fe90ced" providerId="ADAL" clId="{01E04513-1E7F-5B46-B361-FD36B34049B2}" dt="2023-12-12T05:12:27.645" v="1816" actId="21"/>
        <pc:sldMkLst>
          <pc:docMk/>
          <pc:sldMk cId="2216568118" sldId="265"/>
        </pc:sldMkLst>
        <pc:spChg chg="del mod">
          <ac:chgData name="Maeva PEREZ" userId="1e0babfd-3e56-4d38-8700-086b3fe90ced" providerId="ADAL" clId="{01E04513-1E7F-5B46-B361-FD36B34049B2}" dt="2023-12-12T05:02:43.853" v="1657" actId="478"/>
          <ac:spMkLst>
            <pc:docMk/>
            <pc:sldMk cId="2216568118" sldId="265"/>
            <ac:spMk id="2" creationId="{61A44C74-1453-8D5F-0EAF-36376DB1E2E1}"/>
          </ac:spMkLst>
        </pc:spChg>
        <pc:spChg chg="del">
          <ac:chgData name="Maeva PEREZ" userId="1e0babfd-3e56-4d38-8700-086b3fe90ced" providerId="ADAL" clId="{01E04513-1E7F-5B46-B361-FD36B34049B2}" dt="2023-12-12T04:53:49.732" v="1544"/>
          <ac:spMkLst>
            <pc:docMk/>
            <pc:sldMk cId="2216568118" sldId="265"/>
            <ac:spMk id="3" creationId="{8EC5BC1A-DDFE-43F3-365D-9A1FA00E0AB1}"/>
          </ac:spMkLst>
        </pc:spChg>
        <pc:spChg chg="add mod">
          <ac:chgData name="Maeva PEREZ" userId="1e0babfd-3e56-4d38-8700-086b3fe90ced" providerId="ADAL" clId="{01E04513-1E7F-5B46-B361-FD36B34049B2}" dt="2023-12-12T05:10:25.327" v="1811" actId="1076"/>
          <ac:spMkLst>
            <pc:docMk/>
            <pc:sldMk cId="2216568118" sldId="265"/>
            <ac:spMk id="6" creationId="{9DD16AA9-31CD-9A93-930D-F810B691879A}"/>
          </ac:spMkLst>
        </pc:spChg>
        <pc:spChg chg="add mod">
          <ac:chgData name="Maeva PEREZ" userId="1e0babfd-3e56-4d38-8700-086b3fe90ced" providerId="ADAL" clId="{01E04513-1E7F-5B46-B361-FD36B34049B2}" dt="2023-12-12T05:10:25.327" v="1811" actId="1076"/>
          <ac:spMkLst>
            <pc:docMk/>
            <pc:sldMk cId="2216568118" sldId="265"/>
            <ac:spMk id="7" creationId="{6F4D2221-AC0D-7782-CF64-4E476CDDF4E0}"/>
          </ac:spMkLst>
        </pc:spChg>
        <pc:spChg chg="add mod">
          <ac:chgData name="Maeva PEREZ" userId="1e0babfd-3e56-4d38-8700-086b3fe90ced" providerId="ADAL" clId="{01E04513-1E7F-5B46-B361-FD36B34049B2}" dt="2023-12-12T05:10:30.949" v="1812" actId="1076"/>
          <ac:spMkLst>
            <pc:docMk/>
            <pc:sldMk cId="2216568118" sldId="265"/>
            <ac:spMk id="8" creationId="{6C057E65-5BD4-6E7B-8994-51560B9D439B}"/>
          </ac:spMkLst>
        </pc:spChg>
        <pc:spChg chg="add mod">
          <ac:chgData name="Maeva PEREZ" userId="1e0babfd-3e56-4d38-8700-086b3fe90ced" providerId="ADAL" clId="{01E04513-1E7F-5B46-B361-FD36B34049B2}" dt="2023-12-12T05:10:30.949" v="1812" actId="1076"/>
          <ac:spMkLst>
            <pc:docMk/>
            <pc:sldMk cId="2216568118" sldId="265"/>
            <ac:spMk id="9" creationId="{1537768D-492B-2A68-8430-B5A1035FB185}"/>
          </ac:spMkLst>
        </pc:spChg>
        <pc:spChg chg="add mod">
          <ac:chgData name="Maeva PEREZ" userId="1e0babfd-3e56-4d38-8700-086b3fe90ced" providerId="ADAL" clId="{01E04513-1E7F-5B46-B361-FD36B34049B2}" dt="2023-12-12T05:10:25.327" v="1811" actId="1076"/>
          <ac:spMkLst>
            <pc:docMk/>
            <pc:sldMk cId="2216568118" sldId="265"/>
            <ac:spMk id="10" creationId="{04099BFE-306A-AD40-E677-1441DDABFDC7}"/>
          </ac:spMkLst>
        </pc:spChg>
        <pc:spChg chg="add mod">
          <ac:chgData name="Maeva PEREZ" userId="1e0babfd-3e56-4d38-8700-086b3fe90ced" providerId="ADAL" clId="{01E04513-1E7F-5B46-B361-FD36B34049B2}" dt="2023-12-12T05:10:25.327" v="1811" actId="1076"/>
          <ac:spMkLst>
            <pc:docMk/>
            <pc:sldMk cId="2216568118" sldId="265"/>
            <ac:spMk id="11" creationId="{5E54EA7A-2CA6-A2F2-3DDD-3459A5E52A8C}"/>
          </ac:spMkLst>
        </pc:spChg>
        <pc:spChg chg="add mod">
          <ac:chgData name="Maeva PEREZ" userId="1e0babfd-3e56-4d38-8700-086b3fe90ced" providerId="ADAL" clId="{01E04513-1E7F-5B46-B361-FD36B34049B2}" dt="2023-12-12T05:10:25.327" v="1811" actId="1076"/>
          <ac:spMkLst>
            <pc:docMk/>
            <pc:sldMk cId="2216568118" sldId="265"/>
            <ac:spMk id="12" creationId="{2DCE142A-A2A7-E8B9-4920-CBE3338C3F83}"/>
          </ac:spMkLst>
        </pc:spChg>
        <pc:spChg chg="add mod">
          <ac:chgData name="Maeva PEREZ" userId="1e0babfd-3e56-4d38-8700-086b3fe90ced" providerId="ADAL" clId="{01E04513-1E7F-5B46-B361-FD36B34049B2}" dt="2023-12-12T05:10:25.327" v="1811" actId="1076"/>
          <ac:spMkLst>
            <pc:docMk/>
            <pc:sldMk cId="2216568118" sldId="265"/>
            <ac:spMk id="13" creationId="{38E51FBC-2EC9-5330-1F71-C784881E7B73}"/>
          </ac:spMkLst>
        </pc:spChg>
        <pc:spChg chg="add mod">
          <ac:chgData name="Maeva PEREZ" userId="1e0babfd-3e56-4d38-8700-086b3fe90ced" providerId="ADAL" clId="{01E04513-1E7F-5B46-B361-FD36B34049B2}" dt="2023-12-12T05:10:25.327" v="1811" actId="1076"/>
          <ac:spMkLst>
            <pc:docMk/>
            <pc:sldMk cId="2216568118" sldId="265"/>
            <ac:spMk id="14" creationId="{9FD6841F-6B72-ACFC-2F97-3CB658BA741B}"/>
          </ac:spMkLst>
        </pc:spChg>
        <pc:spChg chg="add mod">
          <ac:chgData name="Maeva PEREZ" userId="1e0babfd-3e56-4d38-8700-086b3fe90ced" providerId="ADAL" clId="{01E04513-1E7F-5B46-B361-FD36B34049B2}" dt="2023-12-12T05:10:25.327" v="1811" actId="1076"/>
          <ac:spMkLst>
            <pc:docMk/>
            <pc:sldMk cId="2216568118" sldId="265"/>
            <ac:spMk id="15" creationId="{912D1483-974C-7A5D-ADCC-27A694EDDA11}"/>
          </ac:spMkLst>
        </pc:spChg>
        <pc:spChg chg="add mod">
          <ac:chgData name="Maeva PEREZ" userId="1e0babfd-3e56-4d38-8700-086b3fe90ced" providerId="ADAL" clId="{01E04513-1E7F-5B46-B361-FD36B34049B2}" dt="2023-12-12T05:10:25.327" v="1811" actId="1076"/>
          <ac:spMkLst>
            <pc:docMk/>
            <pc:sldMk cId="2216568118" sldId="265"/>
            <ac:spMk id="16" creationId="{D6FF503E-E6E7-F622-C0FF-02B423A29DFF}"/>
          </ac:spMkLst>
        </pc:spChg>
        <pc:spChg chg="add mod">
          <ac:chgData name="Maeva PEREZ" userId="1e0babfd-3e56-4d38-8700-086b3fe90ced" providerId="ADAL" clId="{01E04513-1E7F-5B46-B361-FD36B34049B2}" dt="2023-12-12T05:10:25.327" v="1811" actId="1076"/>
          <ac:spMkLst>
            <pc:docMk/>
            <pc:sldMk cId="2216568118" sldId="265"/>
            <ac:spMk id="17" creationId="{F4F349DE-1CCE-30EE-1FE8-588EF9A450B6}"/>
          </ac:spMkLst>
        </pc:spChg>
        <pc:spChg chg="add del mod">
          <ac:chgData name="Maeva PEREZ" userId="1e0babfd-3e56-4d38-8700-086b3fe90ced" providerId="ADAL" clId="{01E04513-1E7F-5B46-B361-FD36B34049B2}" dt="2023-12-12T05:02:45.879" v="1658" actId="478"/>
          <ac:spMkLst>
            <pc:docMk/>
            <pc:sldMk cId="2216568118" sldId="265"/>
            <ac:spMk id="19" creationId="{1940F02E-E132-791F-BBE2-377B9F82D7E6}"/>
          </ac:spMkLst>
        </pc:spChg>
        <pc:spChg chg="add mod">
          <ac:chgData name="Maeva PEREZ" userId="1e0babfd-3e56-4d38-8700-086b3fe90ced" providerId="ADAL" clId="{01E04513-1E7F-5B46-B361-FD36B34049B2}" dt="2023-12-12T05:10:25.327" v="1811" actId="1076"/>
          <ac:spMkLst>
            <pc:docMk/>
            <pc:sldMk cId="2216568118" sldId="265"/>
            <ac:spMk id="20" creationId="{B4A870F2-4558-4FFE-0AF0-D31BFD3C64DA}"/>
          </ac:spMkLst>
        </pc:spChg>
        <pc:spChg chg="add mod">
          <ac:chgData name="Maeva PEREZ" userId="1e0babfd-3e56-4d38-8700-086b3fe90ced" providerId="ADAL" clId="{01E04513-1E7F-5B46-B361-FD36B34049B2}" dt="2023-12-12T05:10:25.327" v="1811" actId="1076"/>
          <ac:spMkLst>
            <pc:docMk/>
            <pc:sldMk cId="2216568118" sldId="265"/>
            <ac:spMk id="25" creationId="{8578B069-520A-477C-D741-59A38FF35C5B}"/>
          </ac:spMkLst>
        </pc:spChg>
        <pc:spChg chg="add mod">
          <ac:chgData name="Maeva PEREZ" userId="1e0babfd-3e56-4d38-8700-086b3fe90ced" providerId="ADAL" clId="{01E04513-1E7F-5B46-B361-FD36B34049B2}" dt="2023-12-12T05:10:25.327" v="1811" actId="1076"/>
          <ac:spMkLst>
            <pc:docMk/>
            <pc:sldMk cId="2216568118" sldId="265"/>
            <ac:spMk id="26" creationId="{E4A9F3DD-55B7-A9FF-B73D-64A20C63DBDA}"/>
          </ac:spMkLst>
        </pc:spChg>
        <pc:spChg chg="add mod">
          <ac:chgData name="Maeva PEREZ" userId="1e0babfd-3e56-4d38-8700-086b3fe90ced" providerId="ADAL" clId="{01E04513-1E7F-5B46-B361-FD36B34049B2}" dt="2023-12-12T05:10:25.327" v="1811" actId="1076"/>
          <ac:spMkLst>
            <pc:docMk/>
            <pc:sldMk cId="2216568118" sldId="265"/>
            <ac:spMk id="27" creationId="{D710A590-8FC2-DFC9-F165-BC44FF6BA78F}"/>
          </ac:spMkLst>
        </pc:spChg>
        <pc:spChg chg="add mod">
          <ac:chgData name="Maeva PEREZ" userId="1e0babfd-3e56-4d38-8700-086b3fe90ced" providerId="ADAL" clId="{01E04513-1E7F-5B46-B361-FD36B34049B2}" dt="2023-12-12T05:10:25.327" v="1811" actId="1076"/>
          <ac:spMkLst>
            <pc:docMk/>
            <pc:sldMk cId="2216568118" sldId="265"/>
            <ac:spMk id="28" creationId="{90DA5A57-AD2F-7632-DF30-0E89D51063CA}"/>
          </ac:spMkLst>
        </pc:spChg>
        <pc:spChg chg="add mod">
          <ac:chgData name="Maeva PEREZ" userId="1e0babfd-3e56-4d38-8700-086b3fe90ced" providerId="ADAL" clId="{01E04513-1E7F-5B46-B361-FD36B34049B2}" dt="2023-12-12T05:10:25.327" v="1811" actId="1076"/>
          <ac:spMkLst>
            <pc:docMk/>
            <pc:sldMk cId="2216568118" sldId="265"/>
            <ac:spMk id="29" creationId="{B2F3C69E-FA5D-6B39-823E-C366AA0121CA}"/>
          </ac:spMkLst>
        </pc:spChg>
        <pc:spChg chg="add mod">
          <ac:chgData name="Maeva PEREZ" userId="1e0babfd-3e56-4d38-8700-086b3fe90ced" providerId="ADAL" clId="{01E04513-1E7F-5B46-B361-FD36B34049B2}" dt="2023-12-12T05:10:25.327" v="1811" actId="1076"/>
          <ac:spMkLst>
            <pc:docMk/>
            <pc:sldMk cId="2216568118" sldId="265"/>
            <ac:spMk id="30" creationId="{68FFB16E-061D-7D63-37BC-F406FF52EF47}"/>
          </ac:spMkLst>
        </pc:spChg>
        <pc:spChg chg="add mod">
          <ac:chgData name="Maeva PEREZ" userId="1e0babfd-3e56-4d38-8700-086b3fe90ced" providerId="ADAL" clId="{01E04513-1E7F-5B46-B361-FD36B34049B2}" dt="2023-12-12T05:10:25.327" v="1811" actId="1076"/>
          <ac:spMkLst>
            <pc:docMk/>
            <pc:sldMk cId="2216568118" sldId="265"/>
            <ac:spMk id="31" creationId="{769D2F1E-FF60-7C6A-8626-535578CFC7BA}"/>
          </ac:spMkLst>
        </pc:spChg>
        <pc:spChg chg="add mod">
          <ac:chgData name="Maeva PEREZ" userId="1e0babfd-3e56-4d38-8700-086b3fe90ced" providerId="ADAL" clId="{01E04513-1E7F-5B46-B361-FD36B34049B2}" dt="2023-12-12T05:10:25.327" v="1811" actId="1076"/>
          <ac:spMkLst>
            <pc:docMk/>
            <pc:sldMk cId="2216568118" sldId="265"/>
            <ac:spMk id="32" creationId="{B3F70A58-76EE-2B60-F26C-76032F832AB5}"/>
          </ac:spMkLst>
        </pc:spChg>
        <pc:picChg chg="add mod">
          <ac:chgData name="Maeva PEREZ" userId="1e0babfd-3e56-4d38-8700-086b3fe90ced" providerId="ADAL" clId="{01E04513-1E7F-5B46-B361-FD36B34049B2}" dt="2023-12-12T05:10:25.327" v="1811" actId="1076"/>
          <ac:picMkLst>
            <pc:docMk/>
            <pc:sldMk cId="2216568118" sldId="265"/>
            <ac:picMk id="5" creationId="{9D5F163B-193E-4AA2-6F84-D925CEF70733}"/>
          </ac:picMkLst>
        </pc:picChg>
        <pc:picChg chg="add mod">
          <ac:chgData name="Maeva PEREZ" userId="1e0babfd-3e56-4d38-8700-086b3fe90ced" providerId="ADAL" clId="{01E04513-1E7F-5B46-B361-FD36B34049B2}" dt="2023-12-12T05:10:25.327" v="1811" actId="1076"/>
          <ac:picMkLst>
            <pc:docMk/>
            <pc:sldMk cId="2216568118" sldId="265"/>
            <ac:picMk id="22" creationId="{13F47F98-38CD-3310-EEDB-518658982896}"/>
          </ac:picMkLst>
        </pc:picChg>
        <pc:picChg chg="add del mod">
          <ac:chgData name="Maeva PEREZ" userId="1e0babfd-3e56-4d38-8700-086b3fe90ced" providerId="ADAL" clId="{01E04513-1E7F-5B46-B361-FD36B34049B2}" dt="2023-12-12T05:12:27.645" v="1816" actId="21"/>
          <ac:picMkLst>
            <pc:docMk/>
            <pc:sldMk cId="2216568118" sldId="265"/>
            <ac:picMk id="34" creationId="{2DBC6161-6D42-1C3C-5742-4E8016734359}"/>
          </ac:picMkLst>
        </pc:picChg>
        <pc:cxnChg chg="add mod">
          <ac:chgData name="Maeva PEREZ" userId="1e0babfd-3e56-4d38-8700-086b3fe90ced" providerId="ADAL" clId="{01E04513-1E7F-5B46-B361-FD36B34049B2}" dt="2023-12-12T05:10:25.327" v="1811" actId="1076"/>
          <ac:cxnSpMkLst>
            <pc:docMk/>
            <pc:sldMk cId="2216568118" sldId="265"/>
            <ac:cxnSpMk id="24" creationId="{30D3A712-40DB-A166-5E4E-1FF4F5767FF9}"/>
          </ac:cxnSpMkLst>
        </pc:cxnChg>
      </pc:sldChg>
      <pc:sldChg chg="addSp delSp modSp new mod">
        <pc:chgData name="Maeva PEREZ" userId="1e0babfd-3e56-4d38-8700-086b3fe90ced" providerId="ADAL" clId="{01E04513-1E7F-5B46-B361-FD36B34049B2}" dt="2023-12-12T05:22:48.448" v="2147" actId="1076"/>
        <pc:sldMkLst>
          <pc:docMk/>
          <pc:sldMk cId="3878743861" sldId="266"/>
        </pc:sldMkLst>
        <pc:spChg chg="del">
          <ac:chgData name="Maeva PEREZ" userId="1e0babfd-3e56-4d38-8700-086b3fe90ced" providerId="ADAL" clId="{01E04513-1E7F-5B46-B361-FD36B34049B2}" dt="2023-12-12T05:12:33.326" v="1818" actId="478"/>
          <ac:spMkLst>
            <pc:docMk/>
            <pc:sldMk cId="3878743861" sldId="266"/>
            <ac:spMk id="2" creationId="{D87E6B37-8362-244A-2722-732CCB464DC8}"/>
          </ac:spMkLst>
        </pc:spChg>
        <pc:spChg chg="del">
          <ac:chgData name="Maeva PEREZ" userId="1e0babfd-3e56-4d38-8700-086b3fe90ced" providerId="ADAL" clId="{01E04513-1E7F-5B46-B361-FD36B34049B2}" dt="2023-12-12T05:12:33.326" v="1818" actId="478"/>
          <ac:spMkLst>
            <pc:docMk/>
            <pc:sldMk cId="3878743861" sldId="266"/>
            <ac:spMk id="3" creationId="{0A59400F-0F55-D680-6569-56871E776511}"/>
          </ac:spMkLst>
        </pc:spChg>
        <pc:spChg chg="add mod">
          <ac:chgData name="Maeva PEREZ" userId="1e0babfd-3e56-4d38-8700-086b3fe90ced" providerId="ADAL" clId="{01E04513-1E7F-5B46-B361-FD36B34049B2}" dt="2023-12-12T05:21:39.286" v="2108" actId="1076"/>
          <ac:spMkLst>
            <pc:docMk/>
            <pc:sldMk cId="3878743861" sldId="266"/>
            <ac:spMk id="5" creationId="{35B1A0D3-6A6C-A8E9-DA41-3A56BBC7103E}"/>
          </ac:spMkLst>
        </pc:spChg>
        <pc:spChg chg="add mod">
          <ac:chgData name="Maeva PEREZ" userId="1e0babfd-3e56-4d38-8700-086b3fe90ced" providerId="ADAL" clId="{01E04513-1E7F-5B46-B361-FD36B34049B2}" dt="2023-12-12T05:17:09.687" v="1973" actId="1076"/>
          <ac:spMkLst>
            <pc:docMk/>
            <pc:sldMk cId="3878743861" sldId="266"/>
            <ac:spMk id="6" creationId="{2159C584-0224-1157-C8BA-A358A501A5BF}"/>
          </ac:spMkLst>
        </pc:spChg>
        <pc:spChg chg="add mod">
          <ac:chgData name="Maeva PEREZ" userId="1e0babfd-3e56-4d38-8700-086b3fe90ced" providerId="ADAL" clId="{01E04513-1E7F-5B46-B361-FD36B34049B2}" dt="2023-12-12T05:21:46.479" v="2109" actId="1076"/>
          <ac:spMkLst>
            <pc:docMk/>
            <pc:sldMk cId="3878743861" sldId="266"/>
            <ac:spMk id="11" creationId="{13A4805F-68BD-603F-CB0A-78371CAFD988}"/>
          </ac:spMkLst>
        </pc:spChg>
        <pc:spChg chg="add mod">
          <ac:chgData name="Maeva PEREZ" userId="1e0babfd-3e56-4d38-8700-086b3fe90ced" providerId="ADAL" clId="{01E04513-1E7F-5B46-B361-FD36B34049B2}" dt="2023-12-12T05:17:49.949" v="1992" actId="1076"/>
          <ac:spMkLst>
            <pc:docMk/>
            <pc:sldMk cId="3878743861" sldId="266"/>
            <ac:spMk id="17" creationId="{C10C80BE-B546-BF20-8DC4-D0FAED93832A}"/>
          </ac:spMkLst>
        </pc:spChg>
        <pc:spChg chg="add mod">
          <ac:chgData name="Maeva PEREZ" userId="1e0babfd-3e56-4d38-8700-086b3fe90ced" providerId="ADAL" clId="{01E04513-1E7F-5B46-B361-FD36B34049B2}" dt="2023-12-12T05:18:36.270" v="2023" actId="1036"/>
          <ac:spMkLst>
            <pc:docMk/>
            <pc:sldMk cId="3878743861" sldId="266"/>
            <ac:spMk id="22" creationId="{C3A2EBCB-ACFE-D06F-117B-CD1DD8EBEAFC}"/>
          </ac:spMkLst>
        </pc:spChg>
        <pc:spChg chg="add mod">
          <ac:chgData name="Maeva PEREZ" userId="1e0babfd-3e56-4d38-8700-086b3fe90ced" providerId="ADAL" clId="{01E04513-1E7F-5B46-B361-FD36B34049B2}" dt="2023-12-12T05:22:48.448" v="2147" actId="1076"/>
          <ac:spMkLst>
            <pc:docMk/>
            <pc:sldMk cId="3878743861" sldId="266"/>
            <ac:spMk id="24" creationId="{257390C2-578A-23BB-060F-26DCD2254980}"/>
          </ac:spMkLst>
        </pc:spChg>
        <pc:picChg chg="add del mod">
          <ac:chgData name="Maeva PEREZ" userId="1e0babfd-3e56-4d38-8700-086b3fe90ced" providerId="ADAL" clId="{01E04513-1E7F-5B46-B361-FD36B34049B2}" dt="2023-12-12T05:15:25.984" v="1918" actId="478"/>
          <ac:picMkLst>
            <pc:docMk/>
            <pc:sldMk cId="3878743861" sldId="266"/>
            <ac:picMk id="4" creationId="{E9C2A1F2-5463-1A65-397F-CE92DBD8F928}"/>
          </ac:picMkLst>
        </pc:picChg>
        <pc:picChg chg="add mod">
          <ac:chgData name="Maeva PEREZ" userId="1e0babfd-3e56-4d38-8700-086b3fe90ced" providerId="ADAL" clId="{01E04513-1E7F-5B46-B361-FD36B34049B2}" dt="2023-12-12T05:14:35.372" v="1911" actId="1076"/>
          <ac:picMkLst>
            <pc:docMk/>
            <pc:sldMk cId="3878743861" sldId="266"/>
            <ac:picMk id="8" creationId="{03E7B77A-C0CA-440D-D152-1F910AC0C90B}"/>
          </ac:picMkLst>
        </pc:picChg>
        <pc:picChg chg="add mod">
          <ac:chgData name="Maeva PEREZ" userId="1e0babfd-3e56-4d38-8700-086b3fe90ced" providerId="ADAL" clId="{01E04513-1E7F-5B46-B361-FD36B34049B2}" dt="2023-12-12T05:18:03.565" v="2007" actId="1038"/>
          <ac:picMkLst>
            <pc:docMk/>
            <pc:sldMk cId="3878743861" sldId="266"/>
            <ac:picMk id="10" creationId="{0BFB6C9E-5E2E-C5B8-F836-099096A99810}"/>
          </ac:picMkLst>
        </pc:picChg>
        <pc:cxnChg chg="add mod">
          <ac:chgData name="Maeva PEREZ" userId="1e0babfd-3e56-4d38-8700-086b3fe90ced" providerId="ADAL" clId="{01E04513-1E7F-5B46-B361-FD36B34049B2}" dt="2023-12-12T05:17:19.141" v="1975" actId="13822"/>
          <ac:cxnSpMkLst>
            <pc:docMk/>
            <pc:sldMk cId="3878743861" sldId="266"/>
            <ac:cxnSpMk id="13" creationId="{922D1224-BB19-1D51-47C7-568837F0745B}"/>
          </ac:cxnSpMkLst>
        </pc:cxnChg>
        <pc:cxnChg chg="add mod">
          <ac:chgData name="Maeva PEREZ" userId="1e0babfd-3e56-4d38-8700-086b3fe90ced" providerId="ADAL" clId="{01E04513-1E7F-5B46-B361-FD36B34049B2}" dt="2023-12-12T05:17:26.852" v="1978" actId="14100"/>
          <ac:cxnSpMkLst>
            <pc:docMk/>
            <pc:sldMk cId="3878743861" sldId="266"/>
            <ac:cxnSpMk id="14" creationId="{86E61112-2DC7-C401-84B1-33798D557BC1}"/>
          </ac:cxnSpMkLst>
        </pc:cxnChg>
        <pc:cxnChg chg="add mod">
          <ac:chgData name="Maeva PEREZ" userId="1e0babfd-3e56-4d38-8700-086b3fe90ced" providerId="ADAL" clId="{01E04513-1E7F-5B46-B361-FD36B34049B2}" dt="2023-12-12T05:18:08.261" v="2008" actId="14100"/>
          <ac:cxnSpMkLst>
            <pc:docMk/>
            <pc:sldMk cId="3878743861" sldId="266"/>
            <ac:cxnSpMk id="18" creationId="{C74E1385-442C-FBAC-0CBB-C15F34A2B99C}"/>
          </ac:cxnSpMkLst>
        </pc:cxnChg>
        <pc:cxnChg chg="add mod">
          <ac:chgData name="Maeva PEREZ" userId="1e0babfd-3e56-4d38-8700-086b3fe90ced" providerId="ADAL" clId="{01E04513-1E7F-5B46-B361-FD36B34049B2}" dt="2023-12-12T05:18:29.512" v="2017" actId="1076"/>
          <ac:cxnSpMkLst>
            <pc:docMk/>
            <pc:sldMk cId="3878743861" sldId="266"/>
            <ac:cxnSpMk id="23" creationId="{5BAF948D-AEAC-3B48-B15F-BC5C9C12567A}"/>
          </ac:cxnSpMkLst>
        </pc:cxnChg>
      </pc:sldChg>
      <pc:sldChg chg="addSp delSp modSp new mod">
        <pc:chgData name="Maeva PEREZ" userId="1e0babfd-3e56-4d38-8700-086b3fe90ced" providerId="ADAL" clId="{01E04513-1E7F-5B46-B361-FD36B34049B2}" dt="2023-12-12T06:11:02.754" v="2526" actId="1076"/>
        <pc:sldMkLst>
          <pc:docMk/>
          <pc:sldMk cId="4120861840" sldId="267"/>
        </pc:sldMkLst>
        <pc:spChg chg="del">
          <ac:chgData name="Maeva PEREZ" userId="1e0babfd-3e56-4d38-8700-086b3fe90ced" providerId="ADAL" clId="{01E04513-1E7F-5B46-B361-FD36B34049B2}" dt="2023-12-12T06:10:55.082" v="2523" actId="478"/>
          <ac:spMkLst>
            <pc:docMk/>
            <pc:sldMk cId="4120861840" sldId="267"/>
            <ac:spMk id="2" creationId="{568715F0-F6C5-4A48-3ACA-99757690568B}"/>
          </ac:spMkLst>
        </pc:spChg>
        <pc:spChg chg="del">
          <ac:chgData name="Maeva PEREZ" userId="1e0babfd-3e56-4d38-8700-086b3fe90ced" providerId="ADAL" clId="{01E04513-1E7F-5B46-B361-FD36B34049B2}" dt="2023-12-12T06:10:45.973" v="2516" actId="478"/>
          <ac:spMkLst>
            <pc:docMk/>
            <pc:sldMk cId="4120861840" sldId="267"/>
            <ac:spMk id="3" creationId="{826DACD6-994E-CF53-BF15-CA4A3B73AFD2}"/>
          </ac:spMkLst>
        </pc:spChg>
        <pc:picChg chg="add mod">
          <ac:chgData name="Maeva PEREZ" userId="1e0babfd-3e56-4d38-8700-086b3fe90ced" providerId="ADAL" clId="{01E04513-1E7F-5B46-B361-FD36B34049B2}" dt="2023-12-12T06:11:02.754" v="2526" actId="1076"/>
          <ac:picMkLst>
            <pc:docMk/>
            <pc:sldMk cId="4120861840" sldId="267"/>
            <ac:picMk id="4" creationId="{FB81F182-55C4-9DA2-739E-128F2F7A8EED}"/>
          </ac:picMkLst>
        </pc:picChg>
      </pc:sldChg>
      <pc:sldChg chg="addSp delSp modSp new mod">
        <pc:chgData name="Maeva PEREZ" userId="1e0babfd-3e56-4d38-8700-086b3fe90ced" providerId="ADAL" clId="{01E04513-1E7F-5B46-B361-FD36B34049B2}" dt="2023-12-13T02:56:44.726" v="2648" actId="20577"/>
        <pc:sldMkLst>
          <pc:docMk/>
          <pc:sldMk cId="2181201022" sldId="268"/>
        </pc:sldMkLst>
        <pc:spChg chg="del mod">
          <ac:chgData name="Maeva PEREZ" userId="1e0babfd-3e56-4d38-8700-086b3fe90ced" providerId="ADAL" clId="{01E04513-1E7F-5B46-B361-FD36B34049B2}" dt="2023-12-12T06:38:34.606" v="2596" actId="478"/>
          <ac:spMkLst>
            <pc:docMk/>
            <pc:sldMk cId="2181201022" sldId="268"/>
            <ac:spMk id="2" creationId="{EC2D0099-0EDF-357C-77A7-E6A4693B7F86}"/>
          </ac:spMkLst>
        </pc:spChg>
        <pc:spChg chg="del">
          <ac:chgData name="Maeva PEREZ" userId="1e0babfd-3e56-4d38-8700-086b3fe90ced" providerId="ADAL" clId="{01E04513-1E7F-5B46-B361-FD36B34049B2}" dt="2023-12-12T06:36:15.497" v="2528"/>
          <ac:spMkLst>
            <pc:docMk/>
            <pc:sldMk cId="2181201022" sldId="268"/>
            <ac:spMk id="3" creationId="{9ACF68A1-D0B1-30B9-474A-4027FC16628E}"/>
          </ac:spMkLst>
        </pc:spChg>
        <pc:spChg chg="add del mod">
          <ac:chgData name="Maeva PEREZ" userId="1e0babfd-3e56-4d38-8700-086b3fe90ced" providerId="ADAL" clId="{01E04513-1E7F-5B46-B361-FD36B34049B2}" dt="2023-12-12T06:38:45.518" v="2597" actId="478"/>
          <ac:spMkLst>
            <pc:docMk/>
            <pc:sldMk cId="2181201022" sldId="268"/>
            <ac:spMk id="9" creationId="{ACE8F149-0C24-875A-C3C9-04E9FD069A09}"/>
          </ac:spMkLst>
        </pc:spChg>
        <pc:spChg chg="add mod">
          <ac:chgData name="Maeva PEREZ" userId="1e0babfd-3e56-4d38-8700-086b3fe90ced" providerId="ADAL" clId="{01E04513-1E7F-5B46-B361-FD36B34049B2}" dt="2023-12-13T02:56:44.726" v="2648" actId="20577"/>
          <ac:spMkLst>
            <pc:docMk/>
            <pc:sldMk cId="2181201022" sldId="268"/>
            <ac:spMk id="10" creationId="{54FA61B2-83BE-07CF-5732-7B9EED3252EC}"/>
          </ac:spMkLst>
        </pc:spChg>
        <pc:picChg chg="add mod">
          <ac:chgData name="Maeva PEREZ" userId="1e0babfd-3e56-4d38-8700-086b3fe90ced" providerId="ADAL" clId="{01E04513-1E7F-5B46-B361-FD36B34049B2}" dt="2023-12-12T06:40:12.613" v="2621" actId="1076"/>
          <ac:picMkLst>
            <pc:docMk/>
            <pc:sldMk cId="2181201022" sldId="268"/>
            <ac:picMk id="5" creationId="{DD07F75B-AD1D-5364-7B68-F695196FC884}"/>
          </ac:picMkLst>
        </pc:picChg>
        <pc:picChg chg="add del mod">
          <ac:chgData name="Maeva PEREZ" userId="1e0babfd-3e56-4d38-8700-086b3fe90ced" providerId="ADAL" clId="{01E04513-1E7F-5B46-B361-FD36B34049B2}" dt="2023-12-12T06:37:38.126" v="2538" actId="21"/>
          <ac:picMkLst>
            <pc:docMk/>
            <pc:sldMk cId="2181201022" sldId="268"/>
            <ac:picMk id="7" creationId="{ED9080C3-31E6-71F5-09D2-01704DC38845}"/>
          </ac:picMkLst>
        </pc:picChg>
        <pc:cxnChg chg="add mod">
          <ac:chgData name="Maeva PEREZ" userId="1e0babfd-3e56-4d38-8700-086b3fe90ced" providerId="ADAL" clId="{01E04513-1E7F-5B46-B361-FD36B34049B2}" dt="2023-12-12T06:39:32.299" v="2614" actId="1582"/>
          <ac:cxnSpMkLst>
            <pc:docMk/>
            <pc:sldMk cId="2181201022" sldId="268"/>
            <ac:cxnSpMk id="11" creationId="{7D8FD048-4F77-B06E-AE6F-33EA68736537}"/>
          </ac:cxnSpMkLst>
        </pc:cxnChg>
        <pc:cxnChg chg="add mod">
          <ac:chgData name="Maeva PEREZ" userId="1e0babfd-3e56-4d38-8700-086b3fe90ced" providerId="ADAL" clId="{01E04513-1E7F-5B46-B361-FD36B34049B2}" dt="2023-12-12T06:39:32.299" v="2614" actId="1582"/>
          <ac:cxnSpMkLst>
            <pc:docMk/>
            <pc:sldMk cId="2181201022" sldId="268"/>
            <ac:cxnSpMk id="14" creationId="{1C19212D-D432-4E4B-0830-3812DD114290}"/>
          </ac:cxnSpMkLst>
        </pc:cxnChg>
        <pc:cxnChg chg="add mod">
          <ac:chgData name="Maeva PEREZ" userId="1e0babfd-3e56-4d38-8700-086b3fe90ced" providerId="ADAL" clId="{01E04513-1E7F-5B46-B361-FD36B34049B2}" dt="2023-12-12T06:39:32.299" v="2614" actId="1582"/>
          <ac:cxnSpMkLst>
            <pc:docMk/>
            <pc:sldMk cId="2181201022" sldId="268"/>
            <ac:cxnSpMk id="15" creationId="{E7E2EDC0-14BE-AE24-6014-9BDC44A8FC6E}"/>
          </ac:cxnSpMkLst>
        </pc:cxnChg>
      </pc:sldChg>
      <pc:sldChg chg="addSp delSp modSp new mod">
        <pc:chgData name="Maeva PEREZ" userId="1e0babfd-3e56-4d38-8700-086b3fe90ced" providerId="ADAL" clId="{01E04513-1E7F-5B46-B361-FD36B34049B2}" dt="2023-12-12T06:39:55.167" v="2620" actId="14100"/>
        <pc:sldMkLst>
          <pc:docMk/>
          <pc:sldMk cId="1779527877" sldId="269"/>
        </pc:sldMkLst>
        <pc:spChg chg="mod">
          <ac:chgData name="Maeva PEREZ" userId="1e0babfd-3e56-4d38-8700-086b3fe90ced" providerId="ADAL" clId="{01E04513-1E7F-5B46-B361-FD36B34049B2}" dt="2023-12-12T06:38:26.846" v="2594" actId="1076"/>
          <ac:spMkLst>
            <pc:docMk/>
            <pc:sldMk cId="1779527877" sldId="269"/>
            <ac:spMk id="2" creationId="{268657E3-1ADE-9EAF-0781-E1C372623FAD}"/>
          </ac:spMkLst>
        </pc:spChg>
        <pc:spChg chg="del">
          <ac:chgData name="Maeva PEREZ" userId="1e0babfd-3e56-4d38-8700-086b3fe90ced" providerId="ADAL" clId="{01E04513-1E7F-5B46-B361-FD36B34049B2}" dt="2023-12-12T06:39:41.928" v="2615" actId="478"/>
          <ac:spMkLst>
            <pc:docMk/>
            <pc:sldMk cId="1779527877" sldId="269"/>
            <ac:spMk id="3" creationId="{30B0766A-FE86-98D2-10BA-BF6AA15FB5D2}"/>
          </ac:spMkLst>
        </pc:spChg>
        <pc:picChg chg="add mod">
          <ac:chgData name="Maeva PEREZ" userId="1e0babfd-3e56-4d38-8700-086b3fe90ced" providerId="ADAL" clId="{01E04513-1E7F-5B46-B361-FD36B34049B2}" dt="2023-12-12T06:38:28.294" v="2595" actId="1076"/>
          <ac:picMkLst>
            <pc:docMk/>
            <pc:sldMk cId="1779527877" sldId="269"/>
            <ac:picMk id="4" creationId="{E64375F8-9173-FD80-155D-9071D1B3D0C6}"/>
          </ac:picMkLst>
        </pc:picChg>
        <pc:cxnChg chg="add mod">
          <ac:chgData name="Maeva PEREZ" userId="1e0babfd-3e56-4d38-8700-086b3fe90ced" providerId="ADAL" clId="{01E04513-1E7F-5B46-B361-FD36B34049B2}" dt="2023-12-12T06:39:55.167" v="2620" actId="14100"/>
          <ac:cxnSpMkLst>
            <pc:docMk/>
            <pc:sldMk cId="1779527877" sldId="269"/>
            <ac:cxnSpMk id="5" creationId="{6C9EEFB3-4702-06BC-986F-ED58FB7ED4C5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ED838-0C25-7279-1EAF-7F75426B47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696EDB-9CFF-B3CF-62D9-FB212D0925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19E394-676D-20F7-EF67-631582B6B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A7095-154B-0A47-8AF8-DBBDBED9DCDC}" type="datetimeFigureOut">
              <a:rPr lang="en-US" smtClean="0"/>
              <a:t>12/20/2023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C40079-F970-1913-0C9A-0DF3AB4AA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D4A485-5EBF-592F-10BB-B3651CFA1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0E3F9-0CAB-FA48-8A15-BFA4AB55C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555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B8D94-78D7-7112-0DC2-D79320035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2B2A9-17CD-3F4D-EC65-295C4FD422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55811C-7D39-A756-A4BE-0E0807E44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A7095-154B-0A47-8AF8-DBBDBED9DCDC}" type="datetimeFigureOut">
              <a:rPr lang="en-US" smtClean="0"/>
              <a:t>12/20/2023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27455D-0288-EFB1-43BB-D516F1FA1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3B0254-4FE3-17DA-76A9-EAE2BE914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0E3F9-0CAB-FA48-8A15-BFA4AB55C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344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02527-EB6C-ABBD-8A9E-EF3AB261F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061BAC-A118-C55B-11E0-2EEB11A3CD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285897-5A4A-FE7A-C1C8-17947BD2B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A7095-154B-0A47-8AF8-DBBDBED9DCDC}" type="datetimeFigureOut">
              <a:rPr lang="en-US" smtClean="0"/>
              <a:t>12/20/2023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27DBD5-E93B-B26D-136B-CF7C635DF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08114B-34C7-4851-7F85-C80C801C0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0E3F9-0CAB-FA48-8A15-BFA4AB55C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569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EFE51-636B-B30D-A1E6-D98979C5B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EBD34-875C-6785-ADBE-23F7EEB831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166B3F-B6A9-58F9-85B8-3D4B0F0C19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3CD55D-3523-130C-9D2C-2F61C9430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A7095-154B-0A47-8AF8-DBBDBED9DCDC}" type="datetimeFigureOut">
              <a:rPr lang="en-US" smtClean="0"/>
              <a:t>12/20/2023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9A295E-2717-0AB8-7A17-B0543EDA4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A17977-950B-8361-310B-79D6B4FB8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0E3F9-0CAB-FA48-8A15-BFA4AB55C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697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FE6C6-3D64-747C-7C98-421A8CB8C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C87E80-C5B8-B77D-17FE-4C6A581742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F41FE2-E89A-56CF-4636-60DA6BDDB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76BD73-DF6D-5438-DDA7-5F668FE634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BBF9F8-7D27-E0E2-55F5-DFC57C7F6F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6125AF-3E78-82B6-0EC3-F337449B3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A7095-154B-0A47-8AF8-DBBDBED9DCDC}" type="datetimeFigureOut">
              <a:rPr lang="en-US" smtClean="0"/>
              <a:t>12/20/2023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CC8331-6272-41D4-0D69-39484CBA6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2B626E-3222-110E-F8F8-51968D335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0E3F9-0CAB-FA48-8A15-BFA4AB55C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581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FA127-CD96-9D00-9DFF-1FA525364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50618C-5427-89D3-E42C-5EE3096DD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A7095-154B-0A47-8AF8-DBBDBED9DCDC}" type="datetimeFigureOut">
              <a:rPr lang="en-US" smtClean="0"/>
              <a:t>12/20/2023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DF1374-5E47-041D-07B0-21BCBF207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ABE726-4D45-1E62-5070-61677321A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0E3F9-0CAB-FA48-8A15-BFA4AB55C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654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C2FC7A-AB11-65A1-7041-259F77956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A7095-154B-0A47-8AF8-DBBDBED9DCDC}" type="datetimeFigureOut">
              <a:rPr lang="en-US" smtClean="0"/>
              <a:t>12/20/2023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F8393E-0FC5-A93A-1F6D-8B741CA62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C1E2A2-1884-033D-CF33-2A92659AC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0E3F9-0CAB-FA48-8A15-BFA4AB55C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85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1FCE7-1824-51A4-A4F9-D881AA6C0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D0A9A-134D-3A25-3B1F-BCFB11D411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A00ABF-6168-1823-BB1A-198E317C84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2163F8-1921-BA65-ACF3-905D4F279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A7095-154B-0A47-8AF8-DBBDBED9DCDC}" type="datetimeFigureOut">
              <a:rPr lang="en-US" smtClean="0"/>
              <a:t>12/20/2023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05BCAF-2443-6932-DD35-977DB9513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63C07A-B9B1-FF01-719A-32464AC6E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0E3F9-0CAB-FA48-8A15-BFA4AB55C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954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20C28-AC4E-D0F9-8509-98FC429B2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83BC05-134C-5C67-2643-D848B002C2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8F53AC-8FC8-1EF0-5776-D6B726CC9D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DD80E8-E56C-42BD-3B7F-6D8A26DDF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A7095-154B-0A47-8AF8-DBBDBED9DCDC}" type="datetimeFigureOut">
              <a:rPr lang="en-US" smtClean="0"/>
              <a:t>12/20/2023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BE9B5F-C08F-1B1C-95B0-4BB9CA132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CB3882-D257-206B-54AA-28068DCC6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0E3F9-0CAB-FA48-8A15-BFA4AB55C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16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9C284-9F90-3438-0396-41DEC6931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24A59E-077A-3693-043E-CD5A5AB063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DD5F5D-568F-EBE6-3258-29FE8D22B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A7095-154B-0A47-8AF8-DBBDBED9DCDC}" type="datetimeFigureOut">
              <a:rPr lang="en-US" smtClean="0"/>
              <a:t>12/20/2023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CBBF4B-C103-23DB-D33A-917DC7767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FFB77E-01B3-7E14-5EEE-77E64C389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0E3F9-0CAB-FA48-8A15-BFA4AB55C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733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327191-7F37-2C86-E61F-12EDA5B54E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9D8ABA-3BAF-E9A0-444A-20975E610B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A31F84-BE8F-F6D3-7904-84CB133BC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A7095-154B-0A47-8AF8-DBBDBED9DCDC}" type="datetimeFigureOut">
              <a:rPr lang="en-US" smtClean="0"/>
              <a:t>12/20/2023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F50E83-D1B8-F640-6C1C-67FD0D594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076EBD-9C8A-EE2A-5973-3B5715C3D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0E3F9-0CAB-FA48-8A15-BFA4AB55C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675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91E041-4B3E-89C0-E52D-D26D636CC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6A12B5-FA96-B508-3819-F66058E744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60DB63-6718-D057-A730-E9B5393527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7A7095-154B-0A47-8AF8-DBBDBED9DCDC}" type="datetimeFigureOut">
              <a:rPr lang="en-US" smtClean="0"/>
              <a:t>12/20/2023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6A300-824F-83AE-2CEE-5B468D429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3F23CC-74A3-2A2D-989F-7F7715960D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80E3F9-0CAB-FA48-8A15-BFA4AB55C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503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-_KJZPOYBeA&amp;ab_channel=SkillsFactory" TargetMode="External"/><Relationship Id="rId2" Type="http://schemas.openxmlformats.org/officeDocument/2006/relationships/hyperlink" Target="https://inkscape.org/release/inkscape-1.3.2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vandelaydesign.com/inkscape-tutorials/" TargetMode="External"/><Relationship Id="rId4" Type="http://schemas.openxmlformats.org/officeDocument/2006/relationships/hyperlink" Target="https://inkscape.org/learn/tutorials/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nkscape.org/doc/keys.html" TargetMode="External"/><Relationship Id="rId11" Type="http://schemas.openxmlformats.org/officeDocument/2006/relationships/image" Target="../media/image17.png"/><Relationship Id="rId5" Type="http://schemas.openxmlformats.org/officeDocument/2006/relationships/image" Target="../media/image12.png"/><Relationship Id="rId10" Type="http://schemas.openxmlformats.org/officeDocument/2006/relationships/image" Target="../media/image16.png"/><Relationship Id="rId4" Type="http://schemas.openxmlformats.org/officeDocument/2006/relationships/image" Target="../media/image11.pn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5666830-9A19-4E01-8505-D6C7F9AC56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AE9FC877-7FB6-4D22-9988-35420644E2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E41809D1-F12E-46BB-B804-5F209D325E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698E14-AFDA-FEE2-D0D2-43B2F06CD6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n-US" sz="4800"/>
              <a:t>Inkscape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EBA6A40-F1DD-9D01-B3D7-5AA00E3A70B6}"/>
              </a:ext>
            </a:extLst>
          </p:cNvPr>
          <p:cNvSpPr/>
          <p:nvPr/>
        </p:nvSpPr>
        <p:spPr>
          <a:xfrm>
            <a:off x="4499816" y="3785086"/>
            <a:ext cx="2187447" cy="162924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cartoon of a spaceship&#10;&#10;Description automatically generated with medium confidence">
            <a:extLst>
              <a:ext uri="{FF2B5EF4-FFF2-40B4-BE49-F238E27FC236}">
                <a16:creationId xmlns:a16="http://schemas.microsoft.com/office/drawing/2014/main" id="{3C6BC84A-55AA-4716-70B1-9280F117157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456" t="2" r="547"/>
          <a:stretch/>
        </p:blipFill>
        <p:spPr>
          <a:xfrm>
            <a:off x="4110127" y="10"/>
            <a:ext cx="8081873" cy="6857990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9D1A0EC9-B4D2-8775-355E-A91B686D17F2}"/>
              </a:ext>
            </a:extLst>
          </p:cNvPr>
          <p:cNvSpPr/>
          <p:nvPr/>
        </p:nvSpPr>
        <p:spPr>
          <a:xfrm>
            <a:off x="3963741" y="3836615"/>
            <a:ext cx="3279374" cy="310772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D28172-395B-4073-73F8-F8128310A1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155803" cy="1208141"/>
          </a:xfrm>
        </p:spPr>
        <p:txBody>
          <a:bodyPr>
            <a:normAutofit/>
          </a:bodyPr>
          <a:lstStyle/>
          <a:p>
            <a:pPr algn="l"/>
            <a:r>
              <a:rPr lang="en-US" sz="2000"/>
              <a:t>Scalable vector graphics made easy</a:t>
            </a:r>
          </a:p>
          <a:p>
            <a:pPr algn="l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500557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15701281-C870-62A9-992B-1B39C2E8D7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5851" y="1385436"/>
            <a:ext cx="6370059" cy="4351338"/>
          </a:xfrm>
        </p:spPr>
        <p:txBody>
          <a:bodyPr anchor="ctr"/>
          <a:lstStyle/>
          <a:p>
            <a:r>
              <a:rPr lang="en-US"/>
              <a:t>SVG = Scalable vector graphics</a:t>
            </a:r>
          </a:p>
          <a:p>
            <a:r>
              <a:rPr lang="en-US"/>
              <a:t>Lines are never pixelized when resized</a:t>
            </a:r>
          </a:p>
          <a:p>
            <a:pPr lvl="1"/>
            <a:r>
              <a:rPr lang="en-US">
                <a:sym typeface="Wingdings" pitchFamily="2" charset="2"/>
              </a:rPr>
              <a:t> Better for publication</a:t>
            </a:r>
            <a:endParaRPr lang="en-US"/>
          </a:p>
          <a:p>
            <a:r>
              <a:rPr lang="en-US"/>
              <a:t>Can import directly into PowerPoint</a:t>
            </a:r>
          </a:p>
          <a:p>
            <a:r>
              <a:rPr lang="en-US"/>
              <a:t>Can easily edit outline thickness and colors</a:t>
            </a:r>
            <a:br>
              <a:rPr lang="en-US"/>
            </a:br>
            <a:endParaRPr lang="en-US"/>
          </a:p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A9F509-5024-1FBC-425A-14570FCDF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SVG and why you should adopt it?</a:t>
            </a:r>
          </a:p>
        </p:txBody>
      </p:sp>
      <p:pic>
        <p:nvPicPr>
          <p:cNvPr id="7" name="Picture 6" descr="A starfish with a white background&#10;&#10;Description automatically generated">
            <a:extLst>
              <a:ext uri="{FF2B5EF4-FFF2-40B4-BE49-F238E27FC236}">
                <a16:creationId xmlns:a16="http://schemas.microsoft.com/office/drawing/2014/main" id="{3798426F-8ED8-D90B-5500-348147CC6C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9321" y="2010545"/>
            <a:ext cx="1114097" cy="111409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378DD91-335B-FB46-94C7-9E0CC6B8C35F}"/>
              </a:ext>
            </a:extLst>
          </p:cNvPr>
          <p:cNvSpPr txBox="1"/>
          <p:nvPr/>
        </p:nvSpPr>
        <p:spPr>
          <a:xfrm>
            <a:off x="7349127" y="1641213"/>
            <a:ext cx="14095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tiff</a:t>
            </a:r>
            <a:r>
              <a:rPr lang="en-US"/>
              <a:t>/jpeg/</a:t>
            </a:r>
            <a:r>
              <a:rPr lang="en-US" err="1"/>
              <a:t>png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7A92EC-E8C4-7E21-9B6A-C9EC8E9CF90F}"/>
              </a:ext>
            </a:extLst>
          </p:cNvPr>
          <p:cNvSpPr txBox="1"/>
          <p:nvPr/>
        </p:nvSpPr>
        <p:spPr>
          <a:xfrm>
            <a:off x="10329535" y="1641213"/>
            <a:ext cx="1304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err="1"/>
              <a:t>svg</a:t>
            </a:r>
            <a:r>
              <a:rPr lang="en-US"/>
              <a:t>/pdf/eps</a:t>
            </a:r>
          </a:p>
        </p:txBody>
      </p:sp>
      <p:pic>
        <p:nvPicPr>
          <p:cNvPr id="10" name="Picture 9" descr="A starfish with a white background&#10;&#10;Description automatically generated">
            <a:extLst>
              <a:ext uri="{FF2B5EF4-FFF2-40B4-BE49-F238E27FC236}">
                <a16:creationId xmlns:a16="http://schemas.microsoft.com/office/drawing/2014/main" id="{0C9F56D2-372D-88B1-8F89-99E44741710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" t="35263" r="89017" b="55379"/>
          <a:stretch/>
        </p:blipFill>
        <p:spPr>
          <a:xfrm>
            <a:off x="6866007" y="3561105"/>
            <a:ext cx="2454123" cy="2092746"/>
          </a:xfrm>
          <a:prstGeom prst="rect">
            <a:avLst/>
          </a:prstGeom>
        </p:spPr>
      </p:pic>
      <p:pic>
        <p:nvPicPr>
          <p:cNvPr id="16" name="Content Placeholder 4">
            <a:extLst>
              <a:ext uri="{FF2B5EF4-FFF2-40B4-BE49-F238E27FC236}">
                <a16:creationId xmlns:a16="http://schemas.microsoft.com/office/drawing/2014/main" id="{70B9A61D-E84E-EB53-70D0-90E17861CD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79897" y="2010545"/>
            <a:ext cx="1114097" cy="1114097"/>
          </a:xfrm>
          <a:prstGeom prst="rect">
            <a:avLst/>
          </a:prstGeom>
        </p:spPr>
      </p:pic>
      <p:pic>
        <p:nvPicPr>
          <p:cNvPr id="11" name="Content Placeholder 4">
            <a:extLst>
              <a:ext uri="{FF2B5EF4-FFF2-40B4-BE49-F238E27FC236}">
                <a16:creationId xmlns:a16="http://schemas.microsoft.com/office/drawing/2014/main" id="{2356DFFD-D218-3954-2692-96539AFB1EF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36444" r="90907" b="56145"/>
          <a:stretch/>
        </p:blipFill>
        <p:spPr>
          <a:xfrm>
            <a:off x="9559365" y="3761030"/>
            <a:ext cx="2352657" cy="1917535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5B9D46A-5EB9-A3FF-8BB9-7EECB076F204}"/>
              </a:ext>
            </a:extLst>
          </p:cNvPr>
          <p:cNvSpPr/>
          <p:nvPr/>
        </p:nvSpPr>
        <p:spPr>
          <a:xfrm>
            <a:off x="7466317" y="2389909"/>
            <a:ext cx="192257" cy="1437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CE09D6C-D035-DAAC-FB33-02349C5E770C}"/>
              </a:ext>
            </a:extLst>
          </p:cNvPr>
          <p:cNvSpPr/>
          <p:nvPr/>
        </p:nvSpPr>
        <p:spPr>
          <a:xfrm>
            <a:off x="10373767" y="2389908"/>
            <a:ext cx="192257" cy="1437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bag of money - Clip Art Library">
            <a:extLst>
              <a:ext uri="{FF2B5EF4-FFF2-40B4-BE49-F238E27FC236}">
                <a16:creationId xmlns:a16="http://schemas.microsoft.com/office/drawing/2014/main" id="{1A93A4D0-6905-1A54-3088-23008F1417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4362" y="5335797"/>
            <a:ext cx="1657619" cy="132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appy Clipart Images - Free Download on Freepik">
            <a:extLst>
              <a:ext uri="{FF2B5EF4-FFF2-40B4-BE49-F238E27FC236}">
                <a16:creationId xmlns:a16="http://schemas.microsoft.com/office/drawing/2014/main" id="{88278BF4-2568-3077-17A8-0C3DE3E604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695" y="5134395"/>
            <a:ext cx="1229349" cy="1526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9504DA2-5FFD-DE96-23BB-AA6E2C259083}"/>
              </a:ext>
            </a:extLst>
          </p:cNvPr>
          <p:cNvSpPr txBox="1"/>
          <p:nvPr/>
        </p:nvSpPr>
        <p:spPr>
          <a:xfrm>
            <a:off x="1301283" y="4719797"/>
            <a:ext cx="999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Inkscape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0AA495-3762-5D9F-A34F-9C92594B6985}"/>
              </a:ext>
            </a:extLst>
          </p:cNvPr>
          <p:cNvSpPr txBox="1"/>
          <p:nvPr/>
        </p:nvSpPr>
        <p:spPr>
          <a:xfrm>
            <a:off x="4273170" y="4765063"/>
            <a:ext cx="1761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Adobe Illustrator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75251D-E828-B353-D00F-729F423F17F4}"/>
              </a:ext>
            </a:extLst>
          </p:cNvPr>
          <p:cNvSpPr/>
          <p:nvPr/>
        </p:nvSpPr>
        <p:spPr>
          <a:xfrm>
            <a:off x="551543" y="4441371"/>
            <a:ext cx="5965371" cy="24166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566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A8AC8-7E03-4138-0BA5-531130762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At the end of this workshop you will be able 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BFAF12-7847-D123-2280-9DF2BD2455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353800" cy="4894489"/>
          </a:xfrm>
        </p:spPr>
        <p:txBody>
          <a:bodyPr>
            <a:normAutofit lnSpcReduction="10000"/>
          </a:bodyPr>
          <a:lstStyle/>
          <a:p>
            <a:pPr>
              <a:lnSpc>
                <a:spcPct val="200000"/>
              </a:lnSpc>
            </a:pPr>
            <a:r>
              <a:rPr lang="en-US"/>
              <a:t>Use Inkscape basic functions to edit an SVG</a:t>
            </a:r>
          </a:p>
          <a:p>
            <a:pPr>
              <a:lnSpc>
                <a:spcPct val="200000"/>
              </a:lnSpc>
            </a:pPr>
            <a:r>
              <a:rPr lang="en-US"/>
              <a:t>Change the appearance of a plot imported from another source</a:t>
            </a:r>
          </a:p>
          <a:p>
            <a:pPr>
              <a:lnSpc>
                <a:spcPct val="200000"/>
              </a:lnSpc>
            </a:pPr>
            <a:r>
              <a:rPr lang="en-US"/>
              <a:t>Turn a line drawing into an SVG</a:t>
            </a:r>
          </a:p>
          <a:p>
            <a:r>
              <a:rPr lang="en-US"/>
              <a:t>Download Inkscape: </a:t>
            </a:r>
            <a:r>
              <a:rPr lang="en-US" b="1">
                <a:hlinkClick r:id="rId2"/>
              </a:rPr>
              <a:t>https://inkscape.org/release/inkscape-1.3.2/</a:t>
            </a:r>
            <a:r>
              <a:rPr lang="en-US" b="1"/>
              <a:t> </a:t>
            </a:r>
          </a:p>
          <a:p>
            <a:r>
              <a:rPr lang="en-US" i="1"/>
              <a:t>More tutorials:</a:t>
            </a:r>
          </a:p>
          <a:p>
            <a:pPr lvl="1"/>
            <a:r>
              <a:rPr lang="en-US" i="1">
                <a:hlinkClick r:id="rId3"/>
              </a:rPr>
              <a:t>https://www.youtube.com/watch?v=-_KJZPOYBeA&amp;ab_channel=SkillsFactory</a:t>
            </a:r>
            <a:r>
              <a:rPr lang="en-US" i="1"/>
              <a:t> </a:t>
            </a:r>
          </a:p>
          <a:p>
            <a:pPr lvl="1"/>
            <a:r>
              <a:rPr lang="en-US" i="1">
                <a:hlinkClick r:id="rId4"/>
              </a:rPr>
              <a:t>https://inkscape.org/learn/tutorials/</a:t>
            </a:r>
            <a:r>
              <a:rPr lang="en-US" i="1"/>
              <a:t> </a:t>
            </a:r>
          </a:p>
          <a:p>
            <a:pPr lvl="1"/>
            <a:r>
              <a:rPr lang="en-US" i="1">
                <a:hlinkClick r:id="rId5"/>
              </a:rPr>
              <a:t>https://www.vandelaydesign.com/inkscape-tutorials/</a:t>
            </a:r>
            <a:r>
              <a:rPr lang="en-US" i="1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314762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0B9FF-7836-40AB-754F-62325624F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 Basic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F8F5A-1D5B-CDAF-2082-EC1F4C61DA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359" y="1804605"/>
            <a:ext cx="10515600" cy="4351338"/>
          </a:xfrm>
        </p:spPr>
        <p:txBody>
          <a:bodyPr/>
          <a:lstStyle/>
          <a:p>
            <a:r>
              <a:rPr lang="en-US"/>
              <a:t>Page organization, Zoom-in -out</a:t>
            </a:r>
          </a:p>
          <a:p>
            <a:r>
              <a:rPr lang="en-US"/>
              <a:t>Object vs path</a:t>
            </a:r>
          </a:p>
          <a:p>
            <a:r>
              <a:rPr lang="en-US"/>
              <a:t>Groups</a:t>
            </a:r>
          </a:p>
          <a:p>
            <a:r>
              <a:rPr lang="en-US"/>
              <a:t>Move, Rotate, Resize objects</a:t>
            </a:r>
          </a:p>
          <a:p>
            <a:r>
              <a:rPr lang="en-US"/>
              <a:t>Edit paths</a:t>
            </a:r>
          </a:p>
          <a:p>
            <a:pPr lvl="1"/>
            <a:r>
              <a:rPr lang="en-US"/>
              <a:t>Path points</a:t>
            </a:r>
          </a:p>
          <a:p>
            <a:pPr lvl="1"/>
            <a:r>
              <a:rPr lang="en-US"/>
              <a:t>Path operations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4394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9D5F163B-193E-4AA2-6F84-D925CEF707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14127" y="1037842"/>
            <a:ext cx="7601851" cy="5342516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DD16AA9-31CD-9A93-930D-F810B691879A}"/>
              </a:ext>
            </a:extLst>
          </p:cNvPr>
          <p:cNvSpPr txBox="1"/>
          <p:nvPr/>
        </p:nvSpPr>
        <p:spPr>
          <a:xfrm>
            <a:off x="748652" y="3385934"/>
            <a:ext cx="1013483" cy="64633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Drawing </a:t>
            </a:r>
          </a:p>
          <a:p>
            <a:r>
              <a:rPr lang="en-US">
                <a:solidFill>
                  <a:srgbClr val="FF0000"/>
                </a:solidFill>
              </a:rPr>
              <a:t>tools</a:t>
            </a:r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6F4D2221-AC0D-7782-CF64-4E476CDDF4E0}"/>
              </a:ext>
            </a:extLst>
          </p:cNvPr>
          <p:cNvSpPr/>
          <p:nvPr/>
        </p:nvSpPr>
        <p:spPr>
          <a:xfrm>
            <a:off x="1918184" y="1463785"/>
            <a:ext cx="140043" cy="4374292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057E65-5BD4-6E7B-8994-51560B9D439B}"/>
              </a:ext>
            </a:extLst>
          </p:cNvPr>
          <p:cNvSpPr txBox="1"/>
          <p:nvPr/>
        </p:nvSpPr>
        <p:spPr>
          <a:xfrm>
            <a:off x="464049" y="5018406"/>
            <a:ext cx="10341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Most used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37768D-492B-2A68-8430-B5A1035FB185}"/>
              </a:ext>
            </a:extLst>
          </p:cNvPr>
          <p:cNvSpPr/>
          <p:nvPr/>
        </p:nvSpPr>
        <p:spPr>
          <a:xfrm>
            <a:off x="1239883" y="5168579"/>
            <a:ext cx="258330" cy="295702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099BFE-306A-AD40-E677-1441DDABFDC7}"/>
              </a:ext>
            </a:extLst>
          </p:cNvPr>
          <p:cNvSpPr/>
          <p:nvPr/>
        </p:nvSpPr>
        <p:spPr>
          <a:xfrm>
            <a:off x="2414127" y="1463785"/>
            <a:ext cx="198135" cy="235999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54EA7A-2CA6-A2F2-3DDD-3459A5E52A8C}"/>
              </a:ext>
            </a:extLst>
          </p:cNvPr>
          <p:cNvSpPr/>
          <p:nvPr/>
        </p:nvSpPr>
        <p:spPr>
          <a:xfrm>
            <a:off x="2414127" y="1699784"/>
            <a:ext cx="198135" cy="235999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DCE142A-A2A7-E8B9-4920-CBE3338C3F83}"/>
              </a:ext>
            </a:extLst>
          </p:cNvPr>
          <p:cNvSpPr/>
          <p:nvPr/>
        </p:nvSpPr>
        <p:spPr>
          <a:xfrm>
            <a:off x="2414127" y="3067494"/>
            <a:ext cx="198135" cy="235999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E51FBC-2EC9-5330-1F71-C784881E7B73}"/>
              </a:ext>
            </a:extLst>
          </p:cNvPr>
          <p:cNvSpPr/>
          <p:nvPr/>
        </p:nvSpPr>
        <p:spPr>
          <a:xfrm>
            <a:off x="2414127" y="3681032"/>
            <a:ext cx="198135" cy="235999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FD6841F-6B72-ACFC-2F97-3CB658BA741B}"/>
              </a:ext>
            </a:extLst>
          </p:cNvPr>
          <p:cNvSpPr/>
          <p:nvPr/>
        </p:nvSpPr>
        <p:spPr>
          <a:xfrm>
            <a:off x="2414126" y="3303493"/>
            <a:ext cx="198135" cy="235999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12D1483-974C-7A5D-ADCC-27A694EDDA11}"/>
              </a:ext>
            </a:extLst>
          </p:cNvPr>
          <p:cNvSpPr/>
          <p:nvPr/>
        </p:nvSpPr>
        <p:spPr>
          <a:xfrm>
            <a:off x="2414125" y="4285473"/>
            <a:ext cx="198135" cy="235999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6FF503E-E6E7-F622-C0FF-02B423A29DFF}"/>
              </a:ext>
            </a:extLst>
          </p:cNvPr>
          <p:cNvSpPr txBox="1"/>
          <p:nvPr/>
        </p:nvSpPr>
        <p:spPr>
          <a:xfrm>
            <a:off x="10015978" y="1065069"/>
            <a:ext cx="1110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Tools tabs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4F349DE-1CCE-30EE-1FE8-588EF9A450B6}"/>
              </a:ext>
            </a:extLst>
          </p:cNvPr>
          <p:cNvSpPr txBox="1"/>
          <p:nvPr/>
        </p:nvSpPr>
        <p:spPr>
          <a:xfrm>
            <a:off x="4847715" y="431822"/>
            <a:ext cx="2473691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Options for drawing tool</a:t>
            </a:r>
          </a:p>
        </p:txBody>
      </p:sp>
      <p:sp>
        <p:nvSpPr>
          <p:cNvPr id="20" name="Left Brace 19">
            <a:extLst>
              <a:ext uri="{FF2B5EF4-FFF2-40B4-BE49-F238E27FC236}">
                <a16:creationId xmlns:a16="http://schemas.microsoft.com/office/drawing/2014/main" id="{B4A870F2-4558-4FFE-0AF0-D31BFD3C64DA}"/>
              </a:ext>
            </a:extLst>
          </p:cNvPr>
          <p:cNvSpPr/>
          <p:nvPr/>
        </p:nvSpPr>
        <p:spPr>
          <a:xfrm rot="5400000">
            <a:off x="5544760" y="-2321225"/>
            <a:ext cx="534329" cy="6779088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pic>
        <p:nvPicPr>
          <p:cNvPr id="22" name="Picture 21" descr="A screenshot of a computer&#10;&#10;Description automatically generated">
            <a:extLst>
              <a:ext uri="{FF2B5EF4-FFF2-40B4-BE49-F238E27FC236}">
                <a16:creationId xmlns:a16="http://schemas.microsoft.com/office/drawing/2014/main" id="{13F47F98-38CD-3310-EEDB-5186589828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1469" y="1737411"/>
            <a:ext cx="2009400" cy="3604161"/>
          </a:xfrm>
          <a:prstGeom prst="rect">
            <a:avLst/>
          </a:prstGeom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0D3A712-40DB-A166-5E4E-1FF4F5767FF9}"/>
              </a:ext>
            </a:extLst>
          </p:cNvPr>
          <p:cNvCxnSpPr/>
          <p:nvPr/>
        </p:nvCxnSpPr>
        <p:spPr>
          <a:xfrm flipH="1">
            <a:off x="8955704" y="1335484"/>
            <a:ext cx="1102343" cy="2463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8578B069-520A-477C-D741-59A38FF35C5B}"/>
              </a:ext>
            </a:extLst>
          </p:cNvPr>
          <p:cNvSpPr/>
          <p:nvPr/>
        </p:nvSpPr>
        <p:spPr>
          <a:xfrm>
            <a:off x="10142185" y="2842331"/>
            <a:ext cx="1068684" cy="209297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4A9F3DD-55B7-A9FF-B73D-64A20C63DBDA}"/>
              </a:ext>
            </a:extLst>
          </p:cNvPr>
          <p:cNvSpPr/>
          <p:nvPr/>
        </p:nvSpPr>
        <p:spPr>
          <a:xfrm>
            <a:off x="9201469" y="2370076"/>
            <a:ext cx="940716" cy="169246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710A590-8FC2-DFC9-F165-BC44FF6BA78F}"/>
              </a:ext>
            </a:extLst>
          </p:cNvPr>
          <p:cNvSpPr/>
          <p:nvPr/>
        </p:nvSpPr>
        <p:spPr>
          <a:xfrm>
            <a:off x="9201469" y="2686262"/>
            <a:ext cx="940716" cy="156069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0DA5A57-AD2F-7632-DF30-0E89D51063CA}"/>
              </a:ext>
            </a:extLst>
          </p:cNvPr>
          <p:cNvSpPr/>
          <p:nvPr/>
        </p:nvSpPr>
        <p:spPr>
          <a:xfrm>
            <a:off x="9201468" y="3145340"/>
            <a:ext cx="856579" cy="169246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2F3C69E-FA5D-6B39-823E-C366AA0121CA}"/>
              </a:ext>
            </a:extLst>
          </p:cNvPr>
          <p:cNvSpPr/>
          <p:nvPr/>
        </p:nvSpPr>
        <p:spPr>
          <a:xfrm>
            <a:off x="10164099" y="3145340"/>
            <a:ext cx="856579" cy="169247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8FFB16E-061D-7D63-37BC-F406FF52EF47}"/>
              </a:ext>
            </a:extLst>
          </p:cNvPr>
          <p:cNvSpPr/>
          <p:nvPr/>
        </p:nvSpPr>
        <p:spPr>
          <a:xfrm>
            <a:off x="9201468" y="3317912"/>
            <a:ext cx="856579" cy="130437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69D2F1E-FF60-7C6A-8626-535578CFC7BA}"/>
              </a:ext>
            </a:extLst>
          </p:cNvPr>
          <p:cNvSpPr/>
          <p:nvPr/>
        </p:nvSpPr>
        <p:spPr>
          <a:xfrm>
            <a:off x="10185134" y="3305794"/>
            <a:ext cx="856579" cy="169246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3F70A58-76EE-2B60-F26C-76032F832AB5}"/>
              </a:ext>
            </a:extLst>
          </p:cNvPr>
          <p:cNvSpPr/>
          <p:nvPr/>
        </p:nvSpPr>
        <p:spPr>
          <a:xfrm>
            <a:off x="10156258" y="2541605"/>
            <a:ext cx="1068684" cy="169247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5681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148C5E4B-AD2A-8BEF-97F4-82B2740702E2}"/>
              </a:ext>
            </a:extLst>
          </p:cNvPr>
          <p:cNvSpPr/>
          <p:nvPr/>
        </p:nvSpPr>
        <p:spPr>
          <a:xfrm>
            <a:off x="47669" y="2884103"/>
            <a:ext cx="5916842" cy="1119394"/>
          </a:xfrm>
          <a:prstGeom prst="rect">
            <a:avLst/>
          </a:prstGeom>
          <a:solidFill>
            <a:srgbClr val="F3F3E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F61338A-134C-5278-6536-F39B827D2FD6}"/>
              </a:ext>
            </a:extLst>
          </p:cNvPr>
          <p:cNvSpPr/>
          <p:nvPr/>
        </p:nvSpPr>
        <p:spPr>
          <a:xfrm>
            <a:off x="8467" y="955020"/>
            <a:ext cx="6907340" cy="1521273"/>
          </a:xfrm>
          <a:prstGeom prst="rect">
            <a:avLst/>
          </a:prstGeom>
          <a:solidFill>
            <a:srgbClr val="E5F2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6826C9-BC52-A887-A6A6-DAA01E29D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719" y="-48906"/>
            <a:ext cx="10515600" cy="854528"/>
          </a:xfrm>
        </p:spPr>
        <p:txBody>
          <a:bodyPr>
            <a:normAutofit/>
          </a:bodyPr>
          <a:lstStyle/>
          <a:p>
            <a:r>
              <a:rPr lang="en-US" sz="4000" err="1"/>
              <a:t>Cheatsheet</a:t>
            </a:r>
            <a:r>
              <a:rPr lang="en-US" sz="4000"/>
              <a:t> for most used shortcuts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F1B23A7-31F9-C053-AF09-22FDCB475F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10687" y="2091550"/>
            <a:ext cx="3070440" cy="386219"/>
          </a:xfrm>
          <a:prstGeom prst="rect">
            <a:avLst/>
          </a:prstGeom>
        </p:spPr>
      </p:pic>
      <p:pic>
        <p:nvPicPr>
          <p:cNvPr id="6" name="Picture 5" descr="A close-up of a computer screen&#10;&#10;Description automatically generated">
            <a:extLst>
              <a:ext uri="{FF2B5EF4-FFF2-40B4-BE49-F238E27FC236}">
                <a16:creationId xmlns:a16="http://schemas.microsoft.com/office/drawing/2014/main" id="{D7ADC741-A4CC-0A2A-86DA-D24EA7037C9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098" b="9041"/>
          <a:stretch/>
        </p:blipFill>
        <p:spPr>
          <a:xfrm>
            <a:off x="8467" y="955020"/>
            <a:ext cx="6907340" cy="1228369"/>
          </a:xfrm>
          <a:prstGeom prst="rect">
            <a:avLst/>
          </a:prstGeom>
        </p:spPr>
      </p:pic>
      <p:pic>
        <p:nvPicPr>
          <p:cNvPr id="3" name="Picture 2" descr="A close-up of a computer screen&#10;&#10;Description automatically generated">
            <a:extLst>
              <a:ext uri="{FF2B5EF4-FFF2-40B4-BE49-F238E27FC236}">
                <a16:creationId xmlns:a16="http://schemas.microsoft.com/office/drawing/2014/main" id="{A9A0CA29-0403-DDF4-DF0D-085A35B42DE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5973" r="8416"/>
          <a:stretch/>
        </p:blipFill>
        <p:spPr>
          <a:xfrm>
            <a:off x="2464846" y="3291740"/>
            <a:ext cx="3499665" cy="714375"/>
          </a:xfrm>
          <a:prstGeom prst="rect">
            <a:avLst/>
          </a:prstGeom>
        </p:spPr>
      </p:pic>
      <p:pic>
        <p:nvPicPr>
          <p:cNvPr id="5" name="Picture 4" descr="A close-up of a computer screen&#10;&#10;Description automatically generated">
            <a:extLst>
              <a:ext uri="{FF2B5EF4-FFF2-40B4-BE49-F238E27FC236}">
                <a16:creationId xmlns:a16="http://schemas.microsoft.com/office/drawing/2014/main" id="{6629AEF0-A81D-613E-0818-D36BC3C8D19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896" t="43548" r="70573" b="88"/>
          <a:stretch/>
        </p:blipFill>
        <p:spPr>
          <a:xfrm>
            <a:off x="2443826" y="3592956"/>
            <a:ext cx="1361875" cy="4026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5126C93-4958-9640-FA4E-A3D087C87BA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17455"/>
          <a:stretch/>
        </p:blipFill>
        <p:spPr>
          <a:xfrm>
            <a:off x="47670" y="2900084"/>
            <a:ext cx="5916842" cy="70056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6E1A8C2-4F0A-5365-3DDA-7E49603E3A61}"/>
              </a:ext>
            </a:extLst>
          </p:cNvPr>
          <p:cNvSpPr txBox="1"/>
          <p:nvPr/>
        </p:nvSpPr>
        <p:spPr>
          <a:xfrm>
            <a:off x="8382306" y="126455"/>
            <a:ext cx="35769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hlinkClick r:id="rId6"/>
              </a:rPr>
              <a:t>https://inkscape.org/doc/keys.html</a:t>
            </a:r>
            <a:r>
              <a:rPr lang="en-US"/>
              <a:t> </a:t>
            </a:r>
          </a:p>
        </p:txBody>
      </p:sp>
      <p:pic>
        <p:nvPicPr>
          <p:cNvPr id="12" name="Picture 11" descr="A screenshot of a computer&#10;&#10;Description automatically generated">
            <a:extLst>
              <a:ext uri="{FF2B5EF4-FFF2-40B4-BE49-F238E27FC236}">
                <a16:creationId xmlns:a16="http://schemas.microsoft.com/office/drawing/2014/main" id="{C17F2E4E-3C7E-A3BA-0854-41B17698B9C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67375" y="5701461"/>
            <a:ext cx="3576975" cy="1143906"/>
          </a:xfrm>
          <a:prstGeom prst="rect">
            <a:avLst/>
          </a:prstGeom>
        </p:spPr>
      </p:pic>
      <p:pic>
        <p:nvPicPr>
          <p:cNvPr id="14" name="Picture 13" descr="A screenshot of a computer&#10;&#10;Description automatically generated">
            <a:extLst>
              <a:ext uri="{FF2B5EF4-FFF2-40B4-BE49-F238E27FC236}">
                <a16:creationId xmlns:a16="http://schemas.microsoft.com/office/drawing/2014/main" id="{07533D0D-B43C-C2BC-21A8-3208AA1B5096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r="7430"/>
          <a:stretch/>
        </p:blipFill>
        <p:spPr>
          <a:xfrm>
            <a:off x="7167375" y="4218436"/>
            <a:ext cx="5024625" cy="1230104"/>
          </a:xfrm>
          <a:prstGeom prst="rect">
            <a:avLst/>
          </a:prstGeom>
        </p:spPr>
      </p:pic>
      <p:pic>
        <p:nvPicPr>
          <p:cNvPr id="16" name="Picture 15" descr="A screenshot of a computer&#10;&#10;Description automatically generated">
            <a:extLst>
              <a:ext uri="{FF2B5EF4-FFF2-40B4-BE49-F238E27FC236}">
                <a16:creationId xmlns:a16="http://schemas.microsoft.com/office/drawing/2014/main" id="{66A4278A-2EEE-70B7-D2CF-128556B8AD18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r="7579"/>
          <a:stretch/>
        </p:blipFill>
        <p:spPr>
          <a:xfrm>
            <a:off x="147554" y="4460144"/>
            <a:ext cx="6262674" cy="1976792"/>
          </a:xfrm>
          <a:prstGeom prst="rect">
            <a:avLst/>
          </a:prstGeom>
        </p:spPr>
      </p:pic>
      <p:pic>
        <p:nvPicPr>
          <p:cNvPr id="18" name="Picture 17" descr="A close-up of a sign&#10;&#10;Description automatically generated">
            <a:extLst>
              <a:ext uri="{FF2B5EF4-FFF2-40B4-BE49-F238E27FC236}">
                <a16:creationId xmlns:a16="http://schemas.microsoft.com/office/drawing/2014/main" id="{C5CBD4A2-C1E6-4067-26A7-1BB83094ACF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67375" y="2938676"/>
            <a:ext cx="5024625" cy="854528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AE9A8C66-68CB-2958-FCD1-F7D1B37488C1}"/>
              </a:ext>
            </a:extLst>
          </p:cNvPr>
          <p:cNvSpPr txBox="1"/>
          <p:nvPr/>
        </p:nvSpPr>
        <p:spPr>
          <a:xfrm>
            <a:off x="7167375" y="2628841"/>
            <a:ext cx="1760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/>
              <a:t>Scale by handles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9509ED1-219A-1077-F900-AFA45A0EC7EB}"/>
              </a:ext>
            </a:extLst>
          </p:cNvPr>
          <p:cNvSpPr txBox="1"/>
          <p:nvPr/>
        </p:nvSpPr>
        <p:spPr>
          <a:xfrm>
            <a:off x="150935" y="621375"/>
            <a:ext cx="14387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/>
              <a:t>Move</a:t>
            </a:r>
            <a:r>
              <a:rPr lang="en-US" i="1"/>
              <a:t> </a:t>
            </a:r>
            <a:r>
              <a:rPr lang="en-US" b="1" i="1"/>
              <a:t>canvas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96A4FC8-117C-9BF9-1F18-76A2B285D552}"/>
              </a:ext>
            </a:extLst>
          </p:cNvPr>
          <p:cNvSpPr txBox="1"/>
          <p:nvPr/>
        </p:nvSpPr>
        <p:spPr>
          <a:xfrm>
            <a:off x="232719" y="2518780"/>
            <a:ext cx="8660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/>
              <a:t>Palette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57E45EB-6C84-2414-28FC-1F2237006AA5}"/>
              </a:ext>
            </a:extLst>
          </p:cNvPr>
          <p:cNvSpPr txBox="1"/>
          <p:nvPr/>
        </p:nvSpPr>
        <p:spPr>
          <a:xfrm>
            <a:off x="201797" y="4159091"/>
            <a:ext cx="28042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/>
              <a:t>Move object with keyboard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901F2A7-CE46-AE01-B9B3-64CCB6C3EDD4}"/>
              </a:ext>
            </a:extLst>
          </p:cNvPr>
          <p:cNvSpPr txBox="1"/>
          <p:nvPr/>
        </p:nvSpPr>
        <p:spPr>
          <a:xfrm>
            <a:off x="7167375" y="3892534"/>
            <a:ext cx="1515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/>
              <a:t>Group objects</a:t>
            </a:r>
          </a:p>
        </p:txBody>
      </p:sp>
      <p:pic>
        <p:nvPicPr>
          <p:cNvPr id="29" name="Picture 28" descr="A computer screen shot of a computer program&#10;&#10;Description automatically generated">
            <a:extLst>
              <a:ext uri="{FF2B5EF4-FFF2-40B4-BE49-F238E27FC236}">
                <a16:creationId xmlns:a16="http://schemas.microsoft.com/office/drawing/2014/main" id="{93AFF946-DAA0-0052-1615-E7F540A3143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15481" y="1108470"/>
            <a:ext cx="4516821" cy="1444332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DAE471FC-A822-394D-92C2-EECC8D1C587D}"/>
              </a:ext>
            </a:extLst>
          </p:cNvPr>
          <p:cNvSpPr txBox="1"/>
          <p:nvPr/>
        </p:nvSpPr>
        <p:spPr>
          <a:xfrm>
            <a:off x="7515481" y="819442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/>
              <a:t>Select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ED60EAA-096B-9101-74C0-69255444D410}"/>
              </a:ext>
            </a:extLst>
          </p:cNvPr>
          <p:cNvSpPr txBox="1"/>
          <p:nvPr/>
        </p:nvSpPr>
        <p:spPr>
          <a:xfrm>
            <a:off x="7132363" y="5400632"/>
            <a:ext cx="19963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/>
              <a:t>Order layer Z-stack</a:t>
            </a:r>
          </a:p>
        </p:txBody>
      </p:sp>
    </p:spTree>
    <p:extLst>
      <p:ext uri="{BB962C8B-B14F-4D97-AF65-F5344CB8AC3E}">
        <p14:creationId xmlns:p14="http://schemas.microsoft.com/office/powerpoint/2010/main" val="8162416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5B1A0D3-6A6C-A8E9-DA41-3A56BBC7103E}"/>
              </a:ext>
            </a:extLst>
          </p:cNvPr>
          <p:cNvSpPr txBox="1"/>
          <p:nvPr/>
        </p:nvSpPr>
        <p:spPr>
          <a:xfrm>
            <a:off x="709099" y="743920"/>
            <a:ext cx="23170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Select layer as object</a:t>
            </a:r>
          </a:p>
          <a:p>
            <a:r>
              <a:rPr lang="en-US">
                <a:sym typeface="Wingdings" pitchFamily="2" charset="2"/>
              </a:rPr>
              <a:t> </a:t>
            </a:r>
            <a:r>
              <a:rPr lang="en-US"/>
              <a:t>Resize/move/rotate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59C584-0224-1157-C8BA-A358A501A5BF}"/>
              </a:ext>
            </a:extLst>
          </p:cNvPr>
          <p:cNvSpPr txBox="1"/>
          <p:nvPr/>
        </p:nvSpPr>
        <p:spPr>
          <a:xfrm>
            <a:off x="4698316" y="6390471"/>
            <a:ext cx="3085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The order of the layers matters</a:t>
            </a:r>
          </a:p>
        </p:txBody>
      </p:sp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03E7B77A-C0CA-440D-D152-1F910AC0C9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2176" y="1302657"/>
            <a:ext cx="5254308" cy="4720773"/>
          </a:xfrm>
          <a:prstGeom prst="rect">
            <a:avLst/>
          </a:prstGeom>
        </p:spPr>
      </p:pic>
      <p:pic>
        <p:nvPicPr>
          <p:cNvPr id="10" name="Picture 9" descr="A screenshot of a computer&#10;&#10;Description automatically generated">
            <a:extLst>
              <a:ext uri="{FF2B5EF4-FFF2-40B4-BE49-F238E27FC236}">
                <a16:creationId xmlns:a16="http://schemas.microsoft.com/office/drawing/2014/main" id="{0BFB6C9E-5E2E-C5B8-F836-099096A998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099" y="1302657"/>
            <a:ext cx="5214886" cy="472077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3A4805F-68BD-603F-CB0A-78371CAFD988}"/>
              </a:ext>
            </a:extLst>
          </p:cNvPr>
          <p:cNvSpPr txBox="1"/>
          <p:nvPr/>
        </p:nvSpPr>
        <p:spPr>
          <a:xfrm>
            <a:off x="9985829" y="674243"/>
            <a:ext cx="20288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Select layer as path</a:t>
            </a:r>
          </a:p>
          <a:p>
            <a:r>
              <a:rPr lang="en-US">
                <a:sym typeface="Wingdings" pitchFamily="2" charset="2"/>
              </a:rPr>
              <a:t> </a:t>
            </a:r>
            <a:r>
              <a:rPr lang="en-US"/>
              <a:t>Change shape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22D1224-BB19-1D51-47C7-568837F0745B}"/>
              </a:ext>
            </a:extLst>
          </p:cNvPr>
          <p:cNvCxnSpPr/>
          <p:nvPr/>
        </p:nvCxnSpPr>
        <p:spPr>
          <a:xfrm flipH="1" flipV="1">
            <a:off x="4513943" y="3178629"/>
            <a:ext cx="769257" cy="32118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6E61112-2DC7-C401-84B1-33798D557BC1}"/>
              </a:ext>
            </a:extLst>
          </p:cNvPr>
          <p:cNvCxnSpPr>
            <a:cxnSpLocks/>
          </p:cNvCxnSpPr>
          <p:nvPr/>
        </p:nvCxnSpPr>
        <p:spPr>
          <a:xfrm flipV="1">
            <a:off x="7783969" y="3018971"/>
            <a:ext cx="2201860" cy="33276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10C80BE-B546-BF20-8DC4-D0FAED93832A}"/>
              </a:ext>
            </a:extLst>
          </p:cNvPr>
          <p:cNvSpPr txBox="1"/>
          <p:nvPr/>
        </p:nvSpPr>
        <p:spPr>
          <a:xfrm rot="16200000">
            <a:off x="-344720" y="1829304"/>
            <a:ext cx="1048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As object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74E1385-442C-FBAC-0CBB-C15F34A2B99C}"/>
              </a:ext>
            </a:extLst>
          </p:cNvPr>
          <p:cNvCxnSpPr>
            <a:cxnSpLocks/>
          </p:cNvCxnSpPr>
          <p:nvPr/>
        </p:nvCxnSpPr>
        <p:spPr>
          <a:xfrm>
            <a:off x="364289" y="1843314"/>
            <a:ext cx="3448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C3A2EBCB-ACFE-D06F-117B-CD1DD8EBEAFC}"/>
              </a:ext>
            </a:extLst>
          </p:cNvPr>
          <p:cNvSpPr txBox="1"/>
          <p:nvPr/>
        </p:nvSpPr>
        <p:spPr>
          <a:xfrm rot="16200000">
            <a:off x="5804315" y="1887360"/>
            <a:ext cx="8894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As path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BAF948D-AEAC-3B48-B15F-BC5C9C12567A}"/>
              </a:ext>
            </a:extLst>
          </p:cNvPr>
          <p:cNvCxnSpPr>
            <a:cxnSpLocks/>
          </p:cNvCxnSpPr>
          <p:nvPr/>
        </p:nvCxnSpPr>
        <p:spPr>
          <a:xfrm>
            <a:off x="6290341" y="2126343"/>
            <a:ext cx="3448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257390C2-578A-23BB-060F-26DCD2254980}"/>
              </a:ext>
            </a:extLst>
          </p:cNvPr>
          <p:cNvSpPr txBox="1"/>
          <p:nvPr/>
        </p:nvSpPr>
        <p:spPr>
          <a:xfrm>
            <a:off x="3752643" y="230599"/>
            <a:ext cx="52543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/>
              <a:t>SVG are composed of multiple layers of paths</a:t>
            </a:r>
          </a:p>
          <a:p>
            <a:r>
              <a:rPr lang="en-US" sz="2000"/>
              <a:t>Paths have two attributes: </a:t>
            </a:r>
            <a:r>
              <a:rPr lang="en-US" sz="2000" b="1">
                <a:solidFill>
                  <a:srgbClr val="FF0000"/>
                </a:solidFill>
              </a:rPr>
              <a:t>Fill</a:t>
            </a:r>
            <a:r>
              <a:rPr lang="en-US" sz="2000"/>
              <a:t> and </a:t>
            </a:r>
            <a:r>
              <a:rPr lang="en-US" sz="2000" b="1">
                <a:solidFill>
                  <a:srgbClr val="3A00FF"/>
                </a:solidFill>
              </a:rPr>
              <a:t>Stroke</a:t>
            </a:r>
          </a:p>
        </p:txBody>
      </p:sp>
    </p:spTree>
    <p:extLst>
      <p:ext uri="{BB962C8B-B14F-4D97-AF65-F5344CB8AC3E}">
        <p14:creationId xmlns:p14="http://schemas.microsoft.com/office/powerpoint/2010/main" val="38787438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9F565-F245-6E0E-74ED-234D1A91E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Exercise 1: Dress the cow</a:t>
            </a:r>
          </a:p>
        </p:txBody>
      </p:sp>
      <p:sp>
        <p:nvSpPr>
          <p:cNvPr id="161" name="Content Placeholder 160">
            <a:extLst>
              <a:ext uri="{FF2B5EF4-FFF2-40B4-BE49-F238E27FC236}">
                <a16:creationId xmlns:a16="http://schemas.microsoft.com/office/drawing/2014/main" id="{5F6EB42C-1F1E-D954-0AC4-71BF8713F3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11704" cy="4351338"/>
          </a:xfrm>
        </p:spPr>
        <p:txBody>
          <a:bodyPr/>
          <a:lstStyle/>
          <a:p>
            <a:r>
              <a:rPr lang="en-US"/>
              <a:t>Practice:</a:t>
            </a:r>
          </a:p>
          <a:p>
            <a:pPr lvl="1"/>
            <a:r>
              <a:rPr lang="en-US"/>
              <a:t>Resizing</a:t>
            </a:r>
          </a:p>
          <a:p>
            <a:pPr lvl="1"/>
            <a:r>
              <a:rPr lang="en-US"/>
              <a:t>Moving</a:t>
            </a:r>
          </a:p>
          <a:p>
            <a:pPr lvl="1"/>
            <a:r>
              <a:rPr lang="en-US"/>
              <a:t>Rotating</a:t>
            </a:r>
          </a:p>
          <a:p>
            <a:pPr lvl="1"/>
            <a:r>
              <a:rPr lang="en-US"/>
              <a:t>Changing layer order</a:t>
            </a:r>
          </a:p>
          <a:p>
            <a:r>
              <a:rPr lang="en-US"/>
              <a:t>To go further, try:</a:t>
            </a:r>
          </a:p>
          <a:p>
            <a:pPr lvl="1"/>
            <a:r>
              <a:rPr lang="en-US"/>
              <a:t>Creating a new accessory with shape tools</a:t>
            </a:r>
          </a:p>
          <a:p>
            <a:pPr lvl="1"/>
            <a:r>
              <a:rPr lang="en-US"/>
              <a:t>Creating a new accessory with pencil tool </a:t>
            </a:r>
          </a:p>
          <a:p>
            <a:pPr lvl="1"/>
            <a:r>
              <a:rPr lang="en-US"/>
              <a:t>Creating a new accessory with Bezier tool</a:t>
            </a:r>
          </a:p>
        </p:txBody>
      </p:sp>
      <p:pic>
        <p:nvPicPr>
          <p:cNvPr id="167" name="Graphic 166">
            <a:extLst>
              <a:ext uri="{FF2B5EF4-FFF2-40B4-BE49-F238E27FC236}">
                <a16:creationId xmlns:a16="http://schemas.microsoft.com/office/drawing/2014/main" id="{85F3D35F-6DE5-130A-9D17-4B1B0EE8FB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90360" y="-145143"/>
            <a:ext cx="4846211" cy="6858000"/>
          </a:xfrm>
          <a:prstGeom prst="rect">
            <a:avLst/>
          </a:prstGeom>
        </p:spPr>
      </p:pic>
      <p:pic>
        <p:nvPicPr>
          <p:cNvPr id="169" name="Graphic 168">
            <a:extLst>
              <a:ext uri="{FF2B5EF4-FFF2-40B4-BE49-F238E27FC236}">
                <a16:creationId xmlns:a16="http://schemas.microsoft.com/office/drawing/2014/main" id="{B3952FEB-7285-EC6B-17A3-9C256B3EDB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90360" y="-145143"/>
            <a:ext cx="484621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721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1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20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62322-A8AF-393F-6536-A98987F8B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Edit a SVG/PDF 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5E18F0-663A-2A22-EE19-1A52D3F7B2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Selection by color</a:t>
            </a:r>
          </a:p>
          <a:p>
            <a:r>
              <a:rPr lang="en-US"/>
              <a:t>Selection by type</a:t>
            </a:r>
          </a:p>
          <a:p>
            <a:r>
              <a:rPr lang="en-US"/>
              <a:t>Color picker</a:t>
            </a:r>
          </a:p>
          <a:p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0473492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FB81F182-55C4-9DA2-739E-128F2F7A8E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5810"/>
            <a:ext cx="11791174" cy="5866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8618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DD07F75B-AD1D-5364-7B68-F695196FC8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1746" y="1473200"/>
            <a:ext cx="10172108" cy="5384800"/>
          </a:xfr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54FA61B2-83BE-07CF-5732-7B9EED325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60981"/>
            <a:ext cx="10515600" cy="1325563"/>
          </a:xfrm>
        </p:spPr>
        <p:txBody>
          <a:bodyPr/>
          <a:lstStyle/>
          <a:p>
            <a:r>
              <a:rPr lang="en-US"/>
              <a:t>Apply changes to text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D8FD048-4F77-B06E-AE6F-33EA68736537}"/>
              </a:ext>
            </a:extLst>
          </p:cNvPr>
          <p:cNvCxnSpPr>
            <a:cxnSpLocks/>
          </p:cNvCxnSpPr>
          <p:nvPr/>
        </p:nvCxnSpPr>
        <p:spPr>
          <a:xfrm flipH="1">
            <a:off x="1374006" y="1248229"/>
            <a:ext cx="302394" cy="49348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C19212D-D432-4E4B-0830-3812DD114290}"/>
              </a:ext>
            </a:extLst>
          </p:cNvPr>
          <p:cNvCxnSpPr>
            <a:cxnSpLocks/>
          </p:cNvCxnSpPr>
          <p:nvPr/>
        </p:nvCxnSpPr>
        <p:spPr>
          <a:xfrm flipH="1">
            <a:off x="2682698" y="1246011"/>
            <a:ext cx="302394" cy="49348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7E2EDC0-14BE-AE24-6014-9BDC44A8FC6E}"/>
              </a:ext>
            </a:extLst>
          </p:cNvPr>
          <p:cNvCxnSpPr>
            <a:cxnSpLocks/>
          </p:cNvCxnSpPr>
          <p:nvPr/>
        </p:nvCxnSpPr>
        <p:spPr>
          <a:xfrm flipH="1">
            <a:off x="3575327" y="1246011"/>
            <a:ext cx="302394" cy="49348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12010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657E3-1ADE-9EAF-0781-E1C372623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60981"/>
            <a:ext cx="10515600" cy="1325563"/>
          </a:xfrm>
        </p:spPr>
        <p:txBody>
          <a:bodyPr/>
          <a:lstStyle/>
          <a:p>
            <a:r>
              <a:rPr lang="en-US"/>
              <a:t>Apply changes to all text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E64375F8-9173-FD80-155D-9071D1B3D0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728" y="1001876"/>
            <a:ext cx="9033872" cy="5730882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C9EEFB3-4702-06BC-986F-ED58FB7ED4C5}"/>
              </a:ext>
            </a:extLst>
          </p:cNvPr>
          <p:cNvCxnSpPr>
            <a:cxnSpLocks/>
          </p:cNvCxnSpPr>
          <p:nvPr/>
        </p:nvCxnSpPr>
        <p:spPr>
          <a:xfrm flipH="1">
            <a:off x="8974660" y="5977669"/>
            <a:ext cx="1983626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95278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30AD5-129F-F6A1-EA1E-7F0DC3073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Exercise 2: Fix this horrible figure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46A1375-E150-6EFD-CAE8-28FA438F0B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5972" y="2306920"/>
            <a:ext cx="10488619" cy="3312999"/>
          </a:xfrm>
        </p:spPr>
      </p:pic>
    </p:spTree>
    <p:extLst>
      <p:ext uri="{BB962C8B-B14F-4D97-AF65-F5344CB8AC3E}">
        <p14:creationId xmlns:p14="http://schemas.microsoft.com/office/powerpoint/2010/main" val="17813409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6C058-8C21-44BC-291A-2C2340BDD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Drawing to SVG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733A3E-6DC3-6457-2CA8-63B9E51605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3422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098CE-63F3-2953-F5A5-2A41F10A5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Exercise 3: Turn me into an SVG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329D2D-7424-FD59-2DCF-5E74EDBDF4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2823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w with a hat and a bird&#10;&#10;Description automatically generated">
            <a:extLst>
              <a:ext uri="{FF2B5EF4-FFF2-40B4-BE49-F238E27FC236}">
                <a16:creationId xmlns:a16="http://schemas.microsoft.com/office/drawing/2014/main" id="{FC58F305-5943-FA0E-CDD3-C24621B929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1055" t="13135" r="22615" b="12988"/>
          <a:stretch/>
        </p:blipFill>
        <p:spPr>
          <a:xfrm>
            <a:off x="428625" y="571499"/>
            <a:ext cx="2571750" cy="3214689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392275C-D9D0-5787-05B6-BCB0E4DACAEA}"/>
              </a:ext>
            </a:extLst>
          </p:cNvPr>
          <p:cNvSpPr txBox="1"/>
          <p:nvPr/>
        </p:nvSpPr>
        <p:spPr>
          <a:xfrm>
            <a:off x="1264633" y="283646"/>
            <a:ext cx="899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Hui Fan</a:t>
            </a:r>
          </a:p>
        </p:txBody>
      </p:sp>
      <p:pic>
        <p:nvPicPr>
          <p:cNvPr id="8" name="Picture 7" descr="A cow wearing a hat and sunglasses&#10;&#10;Description automatically generated">
            <a:extLst>
              <a:ext uri="{FF2B5EF4-FFF2-40B4-BE49-F238E27FC236}">
                <a16:creationId xmlns:a16="http://schemas.microsoft.com/office/drawing/2014/main" id="{372C0C01-0CD7-2E37-4D7C-9956A2006E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3550" y="571499"/>
            <a:ext cx="3092450" cy="3092450"/>
          </a:xfrm>
          <a:prstGeom prst="rect">
            <a:avLst/>
          </a:prstGeom>
        </p:spPr>
      </p:pic>
      <p:pic>
        <p:nvPicPr>
          <p:cNvPr id="10" name="Picture 9" descr="A cow wearing glasses and smoking a cigarette&#10;&#10;Description automatically generated">
            <a:extLst>
              <a:ext uri="{FF2B5EF4-FFF2-40B4-BE49-F238E27FC236}">
                <a16:creationId xmlns:a16="http://schemas.microsoft.com/office/drawing/2014/main" id="{3DED0072-49F0-10E0-2365-01B8E8F877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7090" y="846135"/>
            <a:ext cx="2571750" cy="2571750"/>
          </a:xfrm>
          <a:prstGeom prst="rect">
            <a:avLst/>
          </a:prstGeom>
        </p:spPr>
      </p:pic>
      <p:pic>
        <p:nvPicPr>
          <p:cNvPr id="12" name="Picture 11" descr="A cartoon pig with sunglasses&#10;&#10;Description automatically generated">
            <a:extLst>
              <a:ext uri="{FF2B5EF4-FFF2-40B4-BE49-F238E27FC236}">
                <a16:creationId xmlns:a16="http://schemas.microsoft.com/office/drawing/2014/main" id="{C3460C1C-C9FE-AD43-6CFF-287B531C79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7135" y="1176336"/>
            <a:ext cx="2390490" cy="188277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B9237EE-1B2D-6E7F-49D6-9136EC81AEA7}"/>
              </a:ext>
            </a:extLst>
          </p:cNvPr>
          <p:cNvSpPr txBox="1"/>
          <p:nvPr/>
        </p:nvSpPr>
        <p:spPr>
          <a:xfrm>
            <a:off x="9862232" y="468312"/>
            <a:ext cx="859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Hai Xin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5387722-E56E-0277-E12E-9F261805786F}"/>
              </a:ext>
            </a:extLst>
          </p:cNvPr>
          <p:cNvSpPr txBox="1"/>
          <p:nvPr/>
        </p:nvSpPr>
        <p:spPr>
          <a:xfrm>
            <a:off x="7026390" y="432595"/>
            <a:ext cx="949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err="1"/>
              <a:t>YingBae</a:t>
            </a:r>
            <a:endParaRPr lang="en-US" b="1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B0D3645-196E-DC60-0155-CDA214B62798}"/>
              </a:ext>
            </a:extLst>
          </p:cNvPr>
          <p:cNvSpPr txBox="1"/>
          <p:nvPr/>
        </p:nvSpPr>
        <p:spPr>
          <a:xfrm>
            <a:off x="3985275" y="202167"/>
            <a:ext cx="1220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Chun Ming</a:t>
            </a:r>
          </a:p>
        </p:txBody>
      </p:sp>
    </p:spTree>
    <p:extLst>
      <p:ext uri="{BB962C8B-B14F-4D97-AF65-F5344CB8AC3E}">
        <p14:creationId xmlns:p14="http://schemas.microsoft.com/office/powerpoint/2010/main" val="38242681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E7CFB39D010A244ADE207F081AF7377" ma:contentTypeVersion="14" ma:contentTypeDescription="Create a new document." ma:contentTypeScope="" ma:versionID="f9f8a6dc4ad8b9332e0b7c3063283f8a">
  <xsd:schema xmlns:xsd="http://www.w3.org/2001/XMLSchema" xmlns:xs="http://www.w3.org/2001/XMLSchema" xmlns:p="http://schemas.microsoft.com/office/2006/metadata/properties" xmlns:ns2="fcf51cc7-e2c2-49a2-997e-f2509d1cd8de" xmlns:ns3="ff6a3a91-bc9f-428c-aac3-be1a89adb239" targetNamespace="http://schemas.microsoft.com/office/2006/metadata/properties" ma:root="true" ma:fieldsID="39a426aa790d61a0ecdd10a57993eacf" ns2:_="" ns3:_="">
    <xsd:import namespace="fcf51cc7-e2c2-49a2-997e-f2509d1cd8de"/>
    <xsd:import namespace="ff6a3a91-bc9f-428c-aac3-be1a89adb23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LengthInSecond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f51cc7-e2c2-49a2-997e-f2509d1cd8d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aefc73d0-042f-44f0-a99e-11998221c2b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21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f6a3a91-bc9f-428c-aac3-be1a89adb239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0fdc6c9a-a498-4f91-b3f7-a4e4c7e8a559}" ma:internalName="TaxCatchAll" ma:showField="CatchAllData" ma:web="ff6a3a91-bc9f-428c-aac3-be1a89adb23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cf51cc7-e2c2-49a2-997e-f2509d1cd8de">
      <Terms xmlns="http://schemas.microsoft.com/office/infopath/2007/PartnerControls"/>
    </lcf76f155ced4ddcb4097134ff3c332f>
    <TaxCatchAll xmlns="ff6a3a91-bc9f-428c-aac3-be1a89adb239" xsi:nil="true"/>
  </documentManagement>
</p:properties>
</file>

<file path=customXml/itemProps1.xml><?xml version="1.0" encoding="utf-8"?>
<ds:datastoreItem xmlns:ds="http://schemas.openxmlformats.org/officeDocument/2006/customXml" ds:itemID="{FC7906BF-515A-4E14-A2B8-DE124A36738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E965840-D005-4131-861C-E0647A709277}"/>
</file>

<file path=customXml/itemProps3.xml><?xml version="1.0" encoding="utf-8"?>
<ds:datastoreItem xmlns:ds="http://schemas.openxmlformats.org/officeDocument/2006/customXml" ds:itemID="{F1CED95C-509D-4569-83F8-FBD3AF178ACA}"/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Inkscape</vt:lpstr>
      <vt:lpstr>What is SVG and why you should adopt it?</vt:lpstr>
      <vt:lpstr>At the end of this workshop you will be able to</vt:lpstr>
      <vt:lpstr>1. Basic functions</vt:lpstr>
      <vt:lpstr>PowerPoint Presentation</vt:lpstr>
      <vt:lpstr>Cheatsheet for most used shortcuts</vt:lpstr>
      <vt:lpstr>PowerPoint Presentation</vt:lpstr>
      <vt:lpstr>Exercise 1: Dress the cow</vt:lpstr>
      <vt:lpstr>2. Edit a SVG/PDF graph</vt:lpstr>
      <vt:lpstr>PowerPoint Presentation</vt:lpstr>
      <vt:lpstr>Apply changes to text</vt:lpstr>
      <vt:lpstr>Apply changes to all text</vt:lpstr>
      <vt:lpstr>Exercise 2: Fix this horrible figure</vt:lpstr>
      <vt:lpstr>3. Drawing to SVG</vt:lpstr>
      <vt:lpstr>Exercise 3: Turn me into an SVG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Inkscape</dc:title>
  <dc:creator>Maeva PEREZ</dc:creator>
  <cp:revision>1</cp:revision>
  <dcterms:created xsi:type="dcterms:W3CDTF">2023-11-28T09:42:52Z</dcterms:created>
  <dcterms:modified xsi:type="dcterms:W3CDTF">2023-12-21T03:51:23Z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0x010100FE7CFB39D010A244ADE207F081AF7377</vt:lpwstr>
  </property>
</Properties>
</file>